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5"/>
  </p:notesMasterIdLst>
  <p:sldIdLst>
    <p:sldId id="312" r:id="rId2"/>
    <p:sldId id="301" r:id="rId3"/>
    <p:sldId id="358" r:id="rId4"/>
    <p:sldId id="352" r:id="rId5"/>
    <p:sldId id="364" r:id="rId6"/>
    <p:sldId id="363" r:id="rId7"/>
    <p:sldId id="360" r:id="rId8"/>
    <p:sldId id="314" r:id="rId9"/>
    <p:sldId id="382" r:id="rId10"/>
    <p:sldId id="384" r:id="rId11"/>
    <p:sldId id="328" r:id="rId12"/>
    <p:sldId id="379" r:id="rId13"/>
    <p:sldId id="317" r:id="rId14"/>
    <p:sldId id="339" r:id="rId15"/>
    <p:sldId id="368" r:id="rId16"/>
    <p:sldId id="370" r:id="rId17"/>
    <p:sldId id="371" r:id="rId18"/>
    <p:sldId id="375" r:id="rId19"/>
    <p:sldId id="258" r:id="rId20"/>
    <p:sldId id="298" r:id="rId21"/>
    <p:sldId id="308" r:id="rId22"/>
    <p:sldId id="336" r:id="rId23"/>
    <p:sldId id="289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153"/>
    <p:restoredTop sz="94658"/>
  </p:normalViewPr>
  <p:slideViewPr>
    <p:cSldViewPr snapToGrid="0">
      <p:cViewPr varScale="1">
        <p:scale>
          <a:sx n="90" d="100"/>
          <a:sy n="90" d="100"/>
        </p:scale>
        <p:origin x="224" y="840"/>
      </p:cViewPr>
      <p:guideLst/>
    </p:cSldViewPr>
  </p:slideViewPr>
  <p:outlineViewPr>
    <p:cViewPr>
      <p:scale>
        <a:sx n="33" d="100"/>
        <a:sy n="33" d="100"/>
      </p:scale>
      <p:origin x="0" y="-2991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1.3821697687269586E-2"/>
          <c:y val="2.52757545011740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8.2455523605030237E-2"/>
          <c:y val="0.16727494328876974"/>
          <c:w val="0.89079564466982142"/>
          <c:h val="0.69664696219264577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1.6</c:v>
                </c:pt>
                <c:pt idx="1">
                  <c:v>2.2000000000000002</c:v>
                </c:pt>
                <c:pt idx="2">
                  <c:v>3.5</c:v>
                </c:pt>
                <c:pt idx="3">
                  <c:v>5.8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2F5D-7543-9471-922AB04549F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 cap="rnd">
              <a:solidFill>
                <a:schemeClr val="tx2">
                  <a:lumMod val="50000"/>
                  <a:lumOff val="50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1.7</c:v>
                </c:pt>
                <c:pt idx="1">
                  <c:v>2.4</c:v>
                </c:pt>
                <c:pt idx="2">
                  <c:v>5</c:v>
                </c:pt>
                <c:pt idx="3">
                  <c:v>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2F5D-7543-9471-922AB04549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785928255"/>
        <c:axId val="1769229823"/>
      </c:lineChart>
      <c:catAx>
        <c:axId val="17859282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69229823"/>
        <c:crosses val="autoZero"/>
        <c:auto val="1"/>
        <c:lblAlgn val="ctr"/>
        <c:lblOffset val="100"/>
        <c:noMultiLvlLbl val="0"/>
      </c:catAx>
      <c:valAx>
        <c:axId val="1769229823"/>
        <c:scaling>
          <c:orientation val="minMax"/>
          <c:max val="8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defRPr>
            </a:pPr>
            <a:endParaRPr lang="en-US"/>
          </a:p>
        </c:txPr>
        <c:crossAx val="1785928255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58067453497943666"/>
          <c:y val="2.738737462131148E-2"/>
          <c:w val="0.39987338466900668"/>
          <c:h val="5.004758608583646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1.3821697687269586E-2"/>
          <c:y val="2.52757545011740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8.2455523605030237E-2"/>
          <c:y val="0.16727494328876974"/>
          <c:w val="0.89079564466982142"/>
          <c:h val="0.6966469621926457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1.6</c:v>
                </c:pt>
                <c:pt idx="1">
                  <c:v>2.2000000000000002</c:v>
                </c:pt>
                <c:pt idx="2">
                  <c:v>3.5</c:v>
                </c:pt>
                <c:pt idx="3">
                  <c:v>5.8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F5D-7543-9471-922AB04549F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1.7</c:v>
                </c:pt>
                <c:pt idx="1">
                  <c:v>2.4</c:v>
                </c:pt>
                <c:pt idx="2">
                  <c:v>5</c:v>
                </c:pt>
                <c:pt idx="3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F5D-7543-9471-922AB04549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785928255"/>
        <c:axId val="1769229823"/>
      </c:barChart>
      <c:catAx>
        <c:axId val="17859282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69229823"/>
        <c:crosses val="autoZero"/>
        <c:auto val="1"/>
        <c:lblAlgn val="ctr"/>
        <c:lblOffset val="100"/>
        <c:noMultiLvlLbl val="0"/>
      </c:catAx>
      <c:valAx>
        <c:axId val="1769229823"/>
        <c:scaling>
          <c:orientation val="minMax"/>
          <c:max val="8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defRPr>
            </a:pPr>
            <a:endParaRPr lang="en-US"/>
          </a:p>
        </c:txPr>
        <c:crossAx val="1785928255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58067453497943666"/>
          <c:y val="2.738737462131148E-2"/>
          <c:w val="0.33176846567900986"/>
          <c:h val="5.005992543055356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EC29E5-F646-1C4E-9C79-40608B34D03C}" type="datetimeFigureOut">
              <a:rPr lang="en-US" smtClean="0"/>
              <a:t>6/17/26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AAA0A2-FFE2-354C-9768-C35E42B625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176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2027E-8D91-3D0B-B2B9-1D1FA52A1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6F7056-880E-2F87-5431-66295E24C0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9260FE-9A6B-B8C4-8B3B-2DF5839C23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B48560-A6B1-70C7-C5C7-E0E0B1A5DC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AAA0A2-FFE2-354C-9768-C35E42B6251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8068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CB30B3C1-D818-E0F9-1E40-85E862088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33E18C8F-F2F8-56EA-C905-4B0E377B0B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25ECFD9E-E6AC-EBEE-FC82-79604D288B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44316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B0776288-75B1-F239-01F4-4605B4DE1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18627F56-CE35-69D3-7FB0-481E118F70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C4B48DD8-6199-6C4D-E455-78CAA385E8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35756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D466DD7A-EBD4-59DD-60E8-934A206E6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D422B1E1-AE72-E488-1BBB-5115C41655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862034E7-3BCF-8708-A6F2-28FA19199C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82489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8A5A6CCB-F299-ADEB-D492-5FE3101CB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16137CCB-04A6-5F38-95AD-985416E1A4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D091A5E6-876C-B5D0-B6CE-ECBD1EA864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815330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D2FA91CC-0B77-6DA0-1482-7083FF9F6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FF79B991-DA38-9CBA-D34B-4F082108B2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FA8076AB-FD4D-6EBD-3F87-066813F800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302855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A2160B53-C94F-F324-57D4-92A3DDB7F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9A8C3294-CEB6-98B4-66A8-33CF6430BB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C211CB72-9E4F-9726-D62D-FFD7A145B1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873099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DE808DF6-2BA4-D3A8-6F87-194045E91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C39EB48D-4A60-2E18-7780-6115378008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716F1AE1-7020-BF2F-04C0-32FB7980E3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24016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F79FE837-F181-0320-F1EF-6C7E8CA5E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C02A1AD5-0F07-FFBF-9D36-0201FE2E4E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9890237B-0F53-6A22-ABE6-D186CF9381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5184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D3223E62-6592-A3F0-ADB8-15ED2CDF5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90CA4C77-D3FE-87B3-8776-7C0398F24E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2BAA9C23-8983-F501-E608-B6B0B5D3E2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79659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660624CF-871F-6C1A-3A40-064D75817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517905A2-2B1F-6EBD-F467-D5DA4CFF57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836FD638-E9DC-1F2D-C7CC-0F9E5672A5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42519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87062408-689C-9B1F-D25C-3872030D7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64044C55-2EE2-EED5-210B-FC05553C8B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71A1C085-CCE6-A7DB-4B42-559AAC9E0A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891026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214345a3b1_9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3214345a3b1_9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700" y="1041400"/>
            <a:ext cx="7493000" cy="249149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700" y="4356100"/>
            <a:ext cx="5537200" cy="163830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881485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sz="1100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1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1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53353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55372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sz="1100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1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100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56618" y="2032000"/>
            <a:ext cx="55372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80732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35687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sz="1100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1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100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318000" y="2032000"/>
            <a:ext cx="35687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232273" y="2032000"/>
            <a:ext cx="35687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40011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4826000"/>
            <a:ext cx="2595934" cy="1168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sz="1100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1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1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4966" y="4826000"/>
            <a:ext cx="2595934" cy="1168400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64413" y="4826000"/>
            <a:ext cx="2595934" cy="1168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205679" y="4826000"/>
            <a:ext cx="2595934" cy="1168400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/>
            <a:r>
              <a:rPr lang="en-US" dirty="0"/>
              <a:t>Click to edit Master</a:t>
            </a:r>
          </a:p>
        </p:txBody>
      </p:sp>
    </p:spTree>
    <p:extLst>
      <p:ext uri="{BB962C8B-B14F-4D97-AF65-F5344CB8AC3E}">
        <p14:creationId xmlns:p14="http://schemas.microsoft.com/office/powerpoint/2010/main" val="971241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sz="1100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1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1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94105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sz="1100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1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8567941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2548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 Field Gri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7859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8 Field Gri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4799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sz="11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1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081855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9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248" userDrawn="1">
          <p15:clr>
            <a:srgbClr val="F26B43"/>
          </p15:clr>
        </p15:guide>
        <p15:guide id="4" pos="1264" userDrawn="1">
          <p15:clr>
            <a:srgbClr val="F26B43"/>
          </p15:clr>
        </p15:guide>
        <p15:guide id="5" pos="1480" userDrawn="1">
          <p15:clr>
            <a:srgbClr val="F26B43"/>
          </p15:clr>
        </p15:guide>
        <p15:guide id="6" pos="2496" userDrawn="1">
          <p15:clr>
            <a:srgbClr val="F26B43"/>
          </p15:clr>
        </p15:guide>
        <p15:guide id="7" pos="2712" userDrawn="1">
          <p15:clr>
            <a:srgbClr val="F26B43"/>
          </p15:clr>
        </p15:guide>
        <p15:guide id="8" pos="3736" userDrawn="1">
          <p15:clr>
            <a:srgbClr val="F26B43"/>
          </p15:clr>
        </p15:guide>
        <p15:guide id="9" pos="3944" userDrawn="1">
          <p15:clr>
            <a:srgbClr val="F26B43"/>
          </p15:clr>
        </p15:guide>
        <p15:guide id="10" pos="4968" userDrawn="1">
          <p15:clr>
            <a:srgbClr val="F26B43"/>
          </p15:clr>
        </p15:guide>
        <p15:guide id="11" pos="5184" userDrawn="1">
          <p15:clr>
            <a:srgbClr val="F26B43"/>
          </p15:clr>
        </p15:guide>
        <p15:guide id="12" pos="6200" userDrawn="1">
          <p15:clr>
            <a:srgbClr val="F26B43"/>
          </p15:clr>
        </p15:guide>
        <p15:guide id="13" pos="6416" userDrawn="1">
          <p15:clr>
            <a:srgbClr val="F26B43"/>
          </p15:clr>
        </p15:guide>
        <p15:guide id="14" pos="7432" userDrawn="1">
          <p15:clr>
            <a:srgbClr val="F26B43"/>
          </p15:clr>
        </p15:guide>
        <p15:guide id="15" orient="horz" userDrawn="1">
          <p15:clr>
            <a:srgbClr val="F26B43"/>
          </p15:clr>
        </p15:guide>
        <p15:guide id="17" orient="horz" pos="248" userDrawn="1">
          <p15:clr>
            <a:srgbClr val="F26B43"/>
          </p15:clr>
        </p15:guide>
        <p15:guide id="18" orient="horz" pos="656" userDrawn="1">
          <p15:clr>
            <a:srgbClr val="F26B43"/>
          </p15:clr>
        </p15:guide>
        <p15:guide id="19" orient="horz" pos="872" userDrawn="1">
          <p15:clr>
            <a:srgbClr val="F26B43"/>
          </p15:clr>
        </p15:guide>
        <p15:guide id="20" orient="horz" pos="1280" userDrawn="1">
          <p15:clr>
            <a:srgbClr val="F26B43"/>
          </p15:clr>
        </p15:guide>
        <p15:guide id="21" orient="horz" pos="1496" userDrawn="1">
          <p15:clr>
            <a:srgbClr val="F26B43"/>
          </p15:clr>
        </p15:guide>
        <p15:guide id="22" orient="horz" pos="1904" userDrawn="1">
          <p15:clr>
            <a:srgbClr val="F26B43"/>
          </p15:clr>
        </p15:guide>
        <p15:guide id="23" orient="horz" pos="2120" userDrawn="1">
          <p15:clr>
            <a:srgbClr val="F26B43"/>
          </p15:clr>
        </p15:guide>
        <p15:guide id="24" orient="horz" pos="2528" userDrawn="1">
          <p15:clr>
            <a:srgbClr val="F26B43"/>
          </p15:clr>
        </p15:guide>
        <p15:guide id="25" orient="horz" pos="2744" userDrawn="1">
          <p15:clr>
            <a:srgbClr val="F26B43"/>
          </p15:clr>
        </p15:guide>
        <p15:guide id="26" orient="horz" pos="3152" userDrawn="1">
          <p15:clr>
            <a:srgbClr val="F26B43"/>
          </p15:clr>
        </p15:guide>
        <p15:guide id="27" orient="horz" pos="3368" userDrawn="1">
          <p15:clr>
            <a:srgbClr val="F26B43"/>
          </p15:clr>
        </p15:guide>
        <p15:guide id="28" orient="horz" pos="3776" userDrawn="1">
          <p15:clr>
            <a:srgbClr val="F26B43"/>
          </p15:clr>
        </p15:guide>
        <p15:guide id="29" orient="horz" pos="40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5067E-636F-86D5-714E-CABDC32E7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BFE633A-551A-54B1-5F36-B66CCEBD8D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700" y="1738755"/>
            <a:ext cx="9448800" cy="2491490"/>
          </a:xfrm>
        </p:spPr>
        <p:txBody>
          <a:bodyPr>
            <a:noAutofit/>
          </a:bodyPr>
          <a:lstStyle/>
          <a:p>
            <a:r>
              <a:rPr lang="en-US" sz="7200" dirty="0"/>
              <a:t>Presentation </a:t>
            </a:r>
            <a:br>
              <a:rPr lang="en-US" sz="7200" dirty="0"/>
            </a:br>
            <a:r>
              <a:rPr lang="en-US" sz="7200" dirty="0"/>
              <a:t>headline goes here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5FD18192-DA46-5723-C973-8A30A162A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700" y="4789429"/>
            <a:ext cx="3568700" cy="1218417"/>
          </a:xfrm>
        </p:spPr>
        <p:txBody>
          <a:bodyPr>
            <a:noAutofit/>
          </a:bodyPr>
          <a:lstStyle/>
          <a:p>
            <a:r>
              <a:rPr lang="en-US" sz="2000" dirty="0"/>
              <a:t>Lorem ipsum details</a:t>
            </a:r>
          </a:p>
          <a:p>
            <a:r>
              <a:rPr lang="en-US" sz="2000" dirty="0"/>
              <a:t>Lorem ipsum details</a:t>
            </a:r>
          </a:p>
          <a:p>
            <a:r>
              <a:rPr lang="en-US" sz="2000" dirty="0"/>
              <a:t>Lorem ipsum details</a:t>
            </a:r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38267A14-2A60-F4BB-37BE-E21D050F53D8}"/>
              </a:ext>
            </a:extLst>
          </p:cNvPr>
          <p:cNvSpPr txBox="1">
            <a:spLocks/>
          </p:cNvSpPr>
          <p:nvPr/>
        </p:nvSpPr>
        <p:spPr>
          <a:xfrm>
            <a:off x="393699" y="392241"/>
            <a:ext cx="3578411" cy="64915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Supertitle</a:t>
            </a:r>
          </a:p>
        </p:txBody>
      </p:sp>
      <p:sp>
        <p:nvSpPr>
          <p:cNvPr id="8" name="Subtitle 4">
            <a:extLst>
              <a:ext uri="{FF2B5EF4-FFF2-40B4-BE49-F238E27FC236}">
                <a16:creationId xmlns:a16="http://schemas.microsoft.com/office/drawing/2014/main" id="{7A9AD72C-F254-8F77-B9BB-AA0D9A0210DC}"/>
              </a:ext>
            </a:extLst>
          </p:cNvPr>
          <p:cNvSpPr txBox="1">
            <a:spLocks/>
          </p:cNvSpPr>
          <p:nvPr/>
        </p:nvSpPr>
        <p:spPr>
          <a:xfrm>
            <a:off x="7886700" y="392241"/>
            <a:ext cx="3911600" cy="64915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800" dirty="0"/>
              <a:t>Supertitle</a:t>
            </a:r>
          </a:p>
        </p:txBody>
      </p:sp>
    </p:spTree>
    <p:extLst>
      <p:ext uri="{BB962C8B-B14F-4D97-AF65-F5344CB8AC3E}">
        <p14:creationId xmlns:p14="http://schemas.microsoft.com/office/powerpoint/2010/main" val="5632416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6A32FBD-471B-0EBA-B741-E0342E7229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2</a:t>
            </a:fld>
            <a:endParaRPr lang="e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6FE9EA6-28D5-24F6-5682-5886DC125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3911600" cy="1047491"/>
          </a:xfrm>
        </p:spPr>
        <p:txBody>
          <a:bodyPr/>
          <a:lstStyle/>
          <a:p>
            <a:r>
              <a:rPr lang="en-US" dirty="0"/>
              <a:t>Today’s Agenda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2F10929B-DEFF-CE26-DEB7-6097A95B3B5C}"/>
              </a:ext>
            </a:extLst>
          </p:cNvPr>
          <p:cNvSpPr txBox="1">
            <a:spLocks/>
          </p:cNvSpPr>
          <p:nvPr/>
        </p:nvSpPr>
        <p:spPr>
          <a:xfrm>
            <a:off x="5930900" y="344008"/>
            <a:ext cx="5867400" cy="4659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+mj-lt"/>
              <a:buNone/>
              <a:defRPr sz="2900" b="0" i="0" u="none" strike="noStrike" cap="none" baseline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+mj-l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+mj-lt"/>
              <a:buNone/>
              <a:defRPr sz="2900" b="0" i="0" u="none" strike="noStrike" cap="none">
                <a:solidFill>
                  <a:srgbClr val="000000"/>
                </a:solidFill>
                <a:latin typeface="+mj-lt"/>
                <a:ea typeface="+mj-lt"/>
                <a:cs typeface="+mj-lt"/>
                <a:sym typeface="+mj-l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+mj-lt"/>
              <a:buNone/>
              <a:defRPr sz="2900" b="0" i="0" u="none" strike="noStrike" cap="none">
                <a:solidFill>
                  <a:srgbClr val="000000"/>
                </a:solidFill>
                <a:latin typeface="+mj-lt"/>
                <a:ea typeface="+mj-lt"/>
                <a:cs typeface="+mj-lt"/>
                <a:sym typeface="+mj-l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+mj-lt"/>
              <a:buNone/>
              <a:defRPr sz="2900" b="0" i="0" u="none" strike="noStrike" cap="none">
                <a:solidFill>
                  <a:srgbClr val="000000"/>
                </a:solidFill>
                <a:latin typeface="+mj-lt"/>
                <a:ea typeface="+mj-lt"/>
                <a:cs typeface="+mj-lt"/>
                <a:sym typeface="+mj-l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+mj-lt"/>
              <a:buNone/>
              <a:defRPr sz="2900" b="0" i="0" u="none" strike="noStrike" cap="none">
                <a:solidFill>
                  <a:srgbClr val="000000"/>
                </a:solidFill>
                <a:latin typeface="+mj-lt"/>
                <a:ea typeface="+mj-lt"/>
                <a:cs typeface="+mj-lt"/>
                <a:sym typeface="+mj-l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+mj-lt"/>
              <a:buNone/>
              <a:defRPr sz="2900" b="0" i="0" u="none" strike="noStrike" cap="none">
                <a:solidFill>
                  <a:srgbClr val="000000"/>
                </a:solidFill>
                <a:latin typeface="+mj-lt"/>
                <a:ea typeface="+mj-lt"/>
                <a:cs typeface="+mj-lt"/>
                <a:sym typeface="+mj-l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+mj-lt"/>
              <a:buNone/>
              <a:defRPr sz="2900" b="0" i="0" u="none" strike="noStrike" cap="none">
                <a:solidFill>
                  <a:srgbClr val="000000"/>
                </a:solidFill>
                <a:latin typeface="+mj-lt"/>
                <a:ea typeface="+mj-lt"/>
                <a:cs typeface="+mj-lt"/>
                <a:sym typeface="+mj-l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+mj-lt"/>
              <a:buNone/>
              <a:defRPr sz="2900" b="0" i="0" u="none" strike="noStrike" cap="none">
                <a:solidFill>
                  <a:srgbClr val="000000"/>
                </a:solidFill>
                <a:latin typeface="+mj-lt"/>
                <a:ea typeface="+mj-lt"/>
                <a:cs typeface="+mj-lt"/>
                <a:sym typeface="+mj-l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+mj-lt"/>
              <a:buNone/>
              <a:defRPr sz="2900" b="0" i="0" u="none" strike="noStrike" cap="none">
                <a:solidFill>
                  <a:srgbClr val="000000"/>
                </a:solidFill>
                <a:latin typeface="+mj-lt"/>
                <a:ea typeface="+mj-lt"/>
                <a:cs typeface="+mj-lt"/>
                <a:sym typeface="+mj-lt"/>
              </a:defRPr>
            </a:lvl9pPr>
          </a:lstStyle>
          <a:p>
            <a:pPr marL="514350" indent="-514350">
              <a:spcAft>
                <a:spcPts val="600"/>
              </a:spcAft>
              <a:buAutoNum type="arabicPeriod"/>
            </a:pPr>
            <a:r>
              <a:rPr lang="en-US" dirty="0"/>
              <a:t>Agenda item one</a:t>
            </a:r>
          </a:p>
          <a:p>
            <a:pPr marL="514350" indent="-514350">
              <a:spcAft>
                <a:spcPts val="600"/>
              </a:spcAft>
              <a:buAutoNum type="arabicPeriod"/>
            </a:pPr>
            <a:r>
              <a:rPr lang="en-US" dirty="0"/>
              <a:t>Agenda item two</a:t>
            </a:r>
          </a:p>
          <a:p>
            <a:pPr marL="514350" indent="-514350">
              <a:spcAft>
                <a:spcPts val="800"/>
              </a:spcAft>
              <a:buAutoNum type="arabicPeriod"/>
            </a:pPr>
            <a:r>
              <a:rPr lang="en-US" dirty="0"/>
              <a:t>Agenda item three</a:t>
            </a:r>
          </a:p>
          <a:p>
            <a:pPr marL="514350" indent="-514350">
              <a:spcAft>
                <a:spcPts val="600"/>
              </a:spcAft>
              <a:buAutoNum type="arabicPeriod"/>
            </a:pPr>
            <a:r>
              <a:rPr lang="en-US" dirty="0"/>
              <a:t>Agenda item four</a:t>
            </a:r>
          </a:p>
          <a:p>
            <a:pPr marL="514350" indent="-514350">
              <a:spcAft>
                <a:spcPts val="600"/>
              </a:spcAft>
              <a:buAutoNum type="arabicPeriod"/>
            </a:pPr>
            <a:r>
              <a:rPr lang="en-US" dirty="0"/>
              <a:t>Agenda item five</a:t>
            </a:r>
          </a:p>
          <a:p>
            <a:pPr marL="514350" indent="-514350"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Agenda item six</a:t>
            </a:r>
          </a:p>
        </p:txBody>
      </p:sp>
    </p:spTree>
    <p:extLst>
      <p:ext uri="{BB962C8B-B14F-4D97-AF65-F5344CB8AC3E}">
        <p14:creationId xmlns:p14="http://schemas.microsoft.com/office/powerpoint/2010/main" val="2382563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4C3029DB-B611-6782-57C9-74AD8C9AF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CCB27A2-1D9F-6514-0821-C7CC3F67552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/>
          <a:p>
            <a:fld id="{00000000-1234-1234-1234-123412341234}" type="slidenum">
              <a:rPr lang="en">
                <a:sym typeface="OpenAI Sans"/>
              </a:rPr>
              <a:pPr/>
              <a:t>3</a:t>
            </a:fld>
            <a:endParaRPr dirty="0">
              <a:sym typeface="OpenAI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3FD2F4B0-1B4E-4F78-8608-85E7ADD907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008"/>
            <a:ext cx="9448800" cy="3669192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sz="4800" dirty="0"/>
              <a:t>Lorem ipsum dolor sit </a:t>
            </a:r>
            <a:r>
              <a:rPr lang="en-US" sz="4800" dirty="0" err="1"/>
              <a:t>amet</a:t>
            </a:r>
            <a:r>
              <a:rPr lang="en-US" sz="4800" dirty="0"/>
              <a:t>, </a:t>
            </a:r>
            <a:r>
              <a:rPr lang="en-US" sz="4800" dirty="0" err="1"/>
              <a:t>consectetur</a:t>
            </a:r>
            <a:r>
              <a:rPr lang="en-US" sz="4800" dirty="0"/>
              <a:t> </a:t>
            </a:r>
            <a:r>
              <a:rPr lang="en-US" sz="4800" dirty="0" err="1"/>
              <a:t>adipiscing</a:t>
            </a:r>
            <a:r>
              <a:rPr lang="en-US" sz="4800" dirty="0"/>
              <a:t> </a:t>
            </a:r>
            <a:r>
              <a:rPr lang="en-US" sz="4800" dirty="0" err="1"/>
              <a:t>elit</a:t>
            </a:r>
            <a:r>
              <a:rPr lang="en-US" sz="4800" dirty="0"/>
              <a:t>. </a:t>
            </a:r>
            <a:r>
              <a:rPr lang="en-US" sz="4800" dirty="0" err="1"/>
              <a:t>Pellentesque</a:t>
            </a:r>
            <a:r>
              <a:rPr lang="en-US" sz="4800" dirty="0"/>
              <a:t> </a:t>
            </a:r>
            <a:r>
              <a:rPr lang="en-US" sz="4800" dirty="0" err="1"/>
              <a:t>ultricies</a:t>
            </a:r>
            <a:r>
              <a:rPr lang="en-US" sz="4800" dirty="0"/>
              <a:t> </a:t>
            </a:r>
            <a:r>
              <a:rPr lang="en-US" sz="4800" dirty="0" err="1"/>
              <a:t>quam</a:t>
            </a:r>
            <a:r>
              <a:rPr lang="en-US" sz="4800" dirty="0"/>
              <a:t> </a:t>
            </a:r>
            <a:br>
              <a:rPr lang="en-US" sz="4800" dirty="0"/>
            </a:br>
            <a:r>
              <a:rPr lang="en-US" sz="4800" dirty="0" err="1"/>
              <a:t>ut</a:t>
            </a:r>
            <a:r>
              <a:rPr lang="en-US" sz="4800" dirty="0"/>
              <a:t> </a:t>
            </a:r>
            <a:r>
              <a:rPr lang="en-US" sz="4800" dirty="0" err="1"/>
              <a:t>massa</a:t>
            </a:r>
            <a:r>
              <a:rPr lang="en-US" sz="4800" dirty="0"/>
              <a:t> </a:t>
            </a:r>
            <a:r>
              <a:rPr lang="en-US" sz="4800" dirty="0" err="1"/>
              <a:t>luctus</a:t>
            </a:r>
            <a:r>
              <a:rPr lang="en-US" sz="4800" dirty="0"/>
              <a:t> cursus. </a:t>
            </a:r>
            <a:endParaRPr sz="4800"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B4C5563-C118-E2D4-2A1A-F84171FF9E48}"/>
              </a:ext>
            </a:extLst>
          </p:cNvPr>
          <p:cNvSpPr/>
          <p:nvPr/>
        </p:nvSpPr>
        <p:spPr>
          <a:xfrm>
            <a:off x="4308953" y="3365501"/>
            <a:ext cx="3568700" cy="2628900"/>
          </a:xfrm>
          <a:prstGeom prst="roundRect">
            <a:avLst>
              <a:gd name="adj" fmla="val 3585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7EC77EB-07E7-2818-9132-6416EC5EFF5D}"/>
              </a:ext>
            </a:extLst>
          </p:cNvPr>
          <p:cNvSpPr/>
          <p:nvPr/>
        </p:nvSpPr>
        <p:spPr>
          <a:xfrm>
            <a:off x="8229600" y="3365501"/>
            <a:ext cx="3568700" cy="2628900"/>
          </a:xfrm>
          <a:prstGeom prst="roundRect">
            <a:avLst>
              <a:gd name="adj" fmla="val 3585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14F9DBD7-0427-326B-17D5-5DD215C447E9}"/>
              </a:ext>
            </a:extLst>
          </p:cNvPr>
          <p:cNvSpPr txBox="1">
            <a:spLocks/>
          </p:cNvSpPr>
          <p:nvPr/>
        </p:nvSpPr>
        <p:spPr>
          <a:xfrm>
            <a:off x="4621821" y="4146160"/>
            <a:ext cx="2949339" cy="143287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cursus.</a:t>
            </a:r>
            <a:endParaRPr lang="en-US" sz="1600" dirty="0"/>
          </a:p>
        </p:txBody>
      </p:sp>
      <p:sp>
        <p:nvSpPr>
          <p:cNvPr id="13" name="Content Placeholder 10">
            <a:extLst>
              <a:ext uri="{FF2B5EF4-FFF2-40B4-BE49-F238E27FC236}">
                <a16:creationId xmlns:a16="http://schemas.microsoft.com/office/drawing/2014/main" id="{A81FFF27-06E1-B925-B772-E8C07A029EE7}"/>
              </a:ext>
            </a:extLst>
          </p:cNvPr>
          <p:cNvSpPr txBox="1">
            <a:spLocks/>
          </p:cNvSpPr>
          <p:nvPr/>
        </p:nvSpPr>
        <p:spPr>
          <a:xfrm>
            <a:off x="8536094" y="4146160"/>
            <a:ext cx="2949339" cy="143287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cursus.</a:t>
            </a:r>
            <a:endParaRPr lang="en-US" sz="1600" dirty="0"/>
          </a:p>
        </p:txBody>
      </p:sp>
      <p:sp>
        <p:nvSpPr>
          <p:cNvPr id="14" name="Google Shape;340;p61">
            <a:extLst>
              <a:ext uri="{FF2B5EF4-FFF2-40B4-BE49-F238E27FC236}">
                <a16:creationId xmlns:a16="http://schemas.microsoft.com/office/drawing/2014/main" id="{D182FC54-B4D0-2FD9-7909-F4321F70186F}"/>
              </a:ext>
            </a:extLst>
          </p:cNvPr>
          <p:cNvSpPr/>
          <p:nvPr/>
        </p:nvSpPr>
        <p:spPr>
          <a:xfrm>
            <a:off x="4627645" y="3694101"/>
            <a:ext cx="233806" cy="233717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algn="ctr">
              <a:buClr>
                <a:srgbClr val="FFFFFF"/>
              </a:buClr>
              <a:buSzPts val="2400"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" name="Google Shape;340;p61">
            <a:extLst>
              <a:ext uri="{FF2B5EF4-FFF2-40B4-BE49-F238E27FC236}">
                <a16:creationId xmlns:a16="http://schemas.microsoft.com/office/drawing/2014/main" id="{12304657-C94E-6AEC-95B3-FF04FD52D51C}"/>
              </a:ext>
            </a:extLst>
          </p:cNvPr>
          <p:cNvSpPr/>
          <p:nvPr/>
        </p:nvSpPr>
        <p:spPr>
          <a:xfrm>
            <a:off x="8533270" y="3694102"/>
            <a:ext cx="233806" cy="233717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algn="ctr">
              <a:buClr>
                <a:srgbClr val="FFFFFF"/>
              </a:buClr>
              <a:buSzPts val="2400"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566183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75E551E9-43C9-80A3-FC3E-CA4274DEB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FD0B8991-15CE-5924-F040-9CC6E6C804FA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93700" y="1977136"/>
            <a:ext cx="5537200" cy="3962400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Title here</a:t>
            </a:r>
            <a:endParaRPr sz="18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cursus.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Nullam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pharetra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mauris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tortor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In hac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habitasse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platea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dictumst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Proin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mattis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nibh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risus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Nulla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tempor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elementum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dapibus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Nam non ante quis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enim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fringilla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tempus nec in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lectus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In hac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habitasse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platea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dictumst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endParaRPr sz="18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DB60879D-9A12-E66E-63A7-9EAE035EDE7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/>
          <a:p>
            <a:fld id="{00000000-1234-1234-1234-123412341234}" type="slidenum">
              <a:rPr lang="en">
                <a:sym typeface="OpenAI Sans"/>
              </a:rPr>
              <a:pPr/>
              <a:t>4</a:t>
            </a:fld>
            <a:endParaRPr dirty="0">
              <a:sym typeface="OpenAI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1E64CA8E-885C-5948-3B1F-1E7285BD26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" dirty="0"/>
              <a:t>One column layout</a:t>
            </a:r>
            <a:endParaRPr dirty="0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A77EF8F-7D2D-B0A4-22FC-0DFD48E5B57B}"/>
              </a:ext>
            </a:extLst>
          </p:cNvPr>
          <p:cNvSpPr/>
          <p:nvPr/>
        </p:nvSpPr>
        <p:spPr>
          <a:xfrm>
            <a:off x="6261100" y="2032000"/>
            <a:ext cx="2581975" cy="3962400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4053458-0312-2074-FD20-BF977E267F6A}"/>
              </a:ext>
            </a:extLst>
          </p:cNvPr>
          <p:cNvSpPr/>
          <p:nvPr/>
        </p:nvSpPr>
        <p:spPr>
          <a:xfrm>
            <a:off x="9200957" y="2032000"/>
            <a:ext cx="2597343" cy="3962400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17">
            <a:extLst>
              <a:ext uri="{FF2B5EF4-FFF2-40B4-BE49-F238E27FC236}">
                <a16:creationId xmlns:a16="http://schemas.microsoft.com/office/drawing/2014/main" id="{368FE714-E23E-EF23-52EC-6BCED49E2E3E}"/>
              </a:ext>
            </a:extLst>
          </p:cNvPr>
          <p:cNvSpPr txBox="1">
            <a:spLocks/>
          </p:cNvSpPr>
          <p:nvPr/>
        </p:nvSpPr>
        <p:spPr>
          <a:xfrm>
            <a:off x="6526256" y="4204277"/>
            <a:ext cx="2145400" cy="159904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</a:t>
            </a:r>
          </a:p>
        </p:txBody>
      </p:sp>
      <p:sp>
        <p:nvSpPr>
          <p:cNvPr id="5" name="Text Placeholder 18">
            <a:extLst>
              <a:ext uri="{FF2B5EF4-FFF2-40B4-BE49-F238E27FC236}">
                <a16:creationId xmlns:a16="http://schemas.microsoft.com/office/drawing/2014/main" id="{1B866A88-0792-644A-55AC-C2F19886769E}"/>
              </a:ext>
            </a:extLst>
          </p:cNvPr>
          <p:cNvSpPr txBox="1">
            <a:spLocks/>
          </p:cNvSpPr>
          <p:nvPr/>
        </p:nvSpPr>
        <p:spPr>
          <a:xfrm>
            <a:off x="9463210" y="4204277"/>
            <a:ext cx="2149303" cy="159904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07036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7C3C305F-551A-FCF3-EF02-A0378752A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">
            <a:extLst>
              <a:ext uri="{FF2B5EF4-FFF2-40B4-BE49-F238E27FC236}">
                <a16:creationId xmlns:a16="http://schemas.microsoft.com/office/drawing/2014/main" id="{E9587ADC-D7C6-0752-CB04-90543E6E5BD8}"/>
              </a:ext>
            </a:extLst>
          </p:cNvPr>
          <p:cNvSpPr/>
          <p:nvPr/>
        </p:nvSpPr>
        <p:spPr>
          <a:xfrm>
            <a:off x="5930900" y="0"/>
            <a:ext cx="6261100" cy="6858000"/>
          </a:xfrm>
          <a:custGeom>
            <a:avLst/>
            <a:gdLst/>
            <a:ahLst/>
            <a:cxnLst/>
            <a:rect l="l" t="t" r="r" b="b"/>
            <a:pathLst>
              <a:path w="7386319" h="7475220">
                <a:moveTo>
                  <a:pt x="7385710" y="0"/>
                </a:moveTo>
                <a:lnTo>
                  <a:pt x="0" y="0"/>
                </a:lnTo>
                <a:lnTo>
                  <a:pt x="0" y="7474610"/>
                </a:lnTo>
                <a:lnTo>
                  <a:pt x="7385710" y="7474610"/>
                </a:lnTo>
                <a:lnTo>
                  <a:pt x="7385710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F0FFD4C2-91BF-62E5-3F4D-5F22CB693C50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/>
          <a:p>
            <a:fld id="{00000000-1234-1234-1234-123412341234}" type="slidenum">
              <a:rPr lang="en">
                <a:sym typeface="OpenAI Sans"/>
              </a:rPr>
              <a:pPr/>
              <a:t>5</a:t>
            </a:fld>
            <a:endParaRPr dirty="0">
              <a:sym typeface="OpenAI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76B53431-A5A3-DBCC-DDCF-BA4B5ED509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008"/>
            <a:ext cx="5537200" cy="2678592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sz="4200" dirty="0" err="1"/>
              <a:t>Nullam</a:t>
            </a:r>
            <a:r>
              <a:rPr lang="en-US" sz="4200" dirty="0"/>
              <a:t> pharetra </a:t>
            </a:r>
            <a:r>
              <a:rPr lang="en-US" sz="4200" dirty="0" err="1"/>
              <a:t>mauris</a:t>
            </a:r>
            <a:r>
              <a:rPr lang="en-US" sz="4200" dirty="0"/>
              <a:t> </a:t>
            </a:r>
            <a:r>
              <a:rPr lang="en-US" sz="4200" dirty="0" err="1"/>
              <a:t>tortor</a:t>
            </a:r>
            <a:r>
              <a:rPr lang="en-US" sz="4200" dirty="0"/>
              <a:t> </a:t>
            </a:r>
            <a:r>
              <a:rPr lang="en-US" sz="4200" dirty="0" err="1"/>
              <a:t>luctus</a:t>
            </a:r>
            <a:r>
              <a:rPr lang="en-US" sz="4200" dirty="0"/>
              <a:t> cursus</a:t>
            </a:r>
            <a:endParaRPr sz="4200" dirty="0"/>
          </a:p>
        </p:txBody>
      </p:sp>
      <p:sp>
        <p:nvSpPr>
          <p:cNvPr id="3" name="Google Shape;533;p58">
            <a:extLst>
              <a:ext uri="{FF2B5EF4-FFF2-40B4-BE49-F238E27FC236}">
                <a16:creationId xmlns:a16="http://schemas.microsoft.com/office/drawing/2014/main" id="{482C0709-78B4-948D-01E2-20AD0623CFFE}"/>
              </a:ext>
            </a:extLst>
          </p:cNvPr>
          <p:cNvSpPr txBox="1">
            <a:spLocks/>
          </p:cNvSpPr>
          <p:nvPr/>
        </p:nvSpPr>
        <p:spPr>
          <a:xfrm>
            <a:off x="6261100" y="4297107"/>
            <a:ext cx="5537200" cy="2117623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200"/>
              <a:t>Nullam pharetra mauris tortor luctus cursus</a:t>
            </a:r>
            <a:endParaRPr lang="en-US" sz="4200" dirty="0"/>
          </a:p>
        </p:txBody>
      </p:sp>
    </p:spTree>
    <p:extLst>
      <p:ext uri="{BB962C8B-B14F-4D97-AF65-F5344CB8AC3E}">
        <p14:creationId xmlns:p14="http://schemas.microsoft.com/office/powerpoint/2010/main" val="39315269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2F4F4A9C-A879-377C-6409-053F58235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F5D028D-B73B-5BFF-0AA5-65F94FB570F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/>
          <a:p>
            <a:fld id="{00000000-1234-1234-1234-123412341234}" type="slidenum">
              <a:rPr lang="en">
                <a:sym typeface="OpenAI Sans"/>
              </a:rPr>
              <a:pPr/>
              <a:t>6</a:t>
            </a:fld>
            <a:endParaRPr dirty="0">
              <a:sym typeface="OpenAI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D035ED81-B82C-6CFE-FAA7-0911E05CDE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1567542"/>
            <a:ext cx="11404600" cy="1797958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ctr"/>
            <a:r>
              <a:rPr lang="en-US" sz="4200" dirty="0" err="1"/>
              <a:t>Nullam</a:t>
            </a:r>
            <a:r>
              <a:rPr lang="en-US" sz="4200" dirty="0"/>
              <a:t> pharetra </a:t>
            </a:r>
            <a:r>
              <a:rPr lang="en-US" sz="4200" dirty="0" err="1"/>
              <a:t>mauris</a:t>
            </a:r>
            <a:r>
              <a:rPr lang="en-US" sz="4200" dirty="0"/>
              <a:t> </a:t>
            </a:r>
            <a:br>
              <a:rPr lang="en-US" sz="4200" dirty="0"/>
            </a:br>
            <a:r>
              <a:rPr lang="en-US" sz="4200" dirty="0"/>
              <a:t>dolor </a:t>
            </a:r>
            <a:r>
              <a:rPr lang="en-US" sz="4200" dirty="0" err="1"/>
              <a:t>tortor</a:t>
            </a:r>
            <a:r>
              <a:rPr lang="en-US" sz="4200" dirty="0"/>
              <a:t> </a:t>
            </a:r>
            <a:r>
              <a:rPr lang="en-US" sz="4200" dirty="0" err="1"/>
              <a:t>luctus</a:t>
            </a:r>
            <a:r>
              <a:rPr lang="en-US" sz="4200" dirty="0"/>
              <a:t> cursus</a:t>
            </a:r>
            <a:endParaRPr sz="4200" dirty="0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9DC9865B-389E-575A-D40D-26A2FFFEFED0}"/>
              </a:ext>
            </a:extLst>
          </p:cNvPr>
          <p:cNvSpPr>
            <a:spLocks noChangeAspect="1"/>
          </p:cNvSpPr>
          <p:nvPr/>
        </p:nvSpPr>
        <p:spPr>
          <a:xfrm>
            <a:off x="900078" y="4090452"/>
            <a:ext cx="1798975" cy="329685"/>
          </a:xfrm>
          <a:custGeom>
            <a:avLst/>
            <a:gdLst>
              <a:gd name="csX0" fmla="*/ 1673155 w 2176760"/>
              <a:gd name="csY0" fmla="*/ 227360 h 398918"/>
              <a:gd name="csX1" fmla="*/ 1666259 w 2176760"/>
              <a:gd name="csY1" fmla="*/ 230065 h 398918"/>
              <a:gd name="csX2" fmla="*/ 1657600 w 2176760"/>
              <a:gd name="csY2" fmla="*/ 232366 h 398918"/>
              <a:gd name="csX3" fmla="*/ 1647856 w 2176760"/>
              <a:gd name="csY3" fmla="*/ 234260 h 398918"/>
              <a:gd name="csX4" fmla="*/ 1638246 w 2176760"/>
              <a:gd name="csY4" fmla="*/ 235748 h 398918"/>
              <a:gd name="csX5" fmla="*/ 1622282 w 2176760"/>
              <a:gd name="csY5" fmla="*/ 240349 h 398918"/>
              <a:gd name="csX6" fmla="*/ 1612271 w 2176760"/>
              <a:gd name="csY6" fmla="*/ 248467 h 398918"/>
              <a:gd name="csX7" fmla="*/ 1608890 w 2176760"/>
              <a:gd name="csY7" fmla="*/ 260103 h 398918"/>
              <a:gd name="csX8" fmla="*/ 1616195 w 2176760"/>
              <a:gd name="csY8" fmla="*/ 275797 h 398918"/>
              <a:gd name="csX9" fmla="*/ 1634998 w 2176760"/>
              <a:gd name="csY9" fmla="*/ 281209 h 398918"/>
              <a:gd name="csX10" fmla="*/ 1654209 w 2176760"/>
              <a:gd name="csY10" fmla="*/ 276879 h 398918"/>
              <a:gd name="csX11" fmla="*/ 1668011 w 2176760"/>
              <a:gd name="csY11" fmla="*/ 264973 h 398918"/>
              <a:gd name="csX12" fmla="*/ 1673155 w 2176760"/>
              <a:gd name="csY12" fmla="*/ 247113 h 398918"/>
              <a:gd name="csX13" fmla="*/ 1434430 w 2176760"/>
              <a:gd name="csY13" fmla="*/ 162146 h 398918"/>
              <a:gd name="csX14" fmla="*/ 1413732 w 2176760"/>
              <a:gd name="csY14" fmla="*/ 168776 h 398918"/>
              <a:gd name="csX15" fmla="*/ 1400606 w 2176760"/>
              <a:gd name="csY15" fmla="*/ 187717 h 398918"/>
              <a:gd name="csX16" fmla="*/ 1396139 w 2176760"/>
              <a:gd name="csY16" fmla="*/ 217077 h 398918"/>
              <a:gd name="csX17" fmla="*/ 1400606 w 2176760"/>
              <a:gd name="csY17" fmla="*/ 246302 h 398918"/>
              <a:gd name="csX18" fmla="*/ 1413732 w 2176760"/>
              <a:gd name="csY18" fmla="*/ 265649 h 398918"/>
              <a:gd name="csX19" fmla="*/ 1434430 w 2176760"/>
              <a:gd name="csY19" fmla="*/ 272415 h 398918"/>
              <a:gd name="csX20" fmla="*/ 1455127 w 2176760"/>
              <a:gd name="csY20" fmla="*/ 265649 h 398918"/>
              <a:gd name="csX21" fmla="*/ 1467986 w 2176760"/>
              <a:gd name="csY21" fmla="*/ 246302 h 398918"/>
              <a:gd name="csX22" fmla="*/ 1472444 w 2176760"/>
              <a:gd name="csY22" fmla="*/ 217077 h 398918"/>
              <a:gd name="csX23" fmla="*/ 1467986 w 2176760"/>
              <a:gd name="csY23" fmla="*/ 187988 h 398918"/>
              <a:gd name="csX24" fmla="*/ 1455127 w 2176760"/>
              <a:gd name="csY24" fmla="*/ 168911 h 398918"/>
              <a:gd name="csX25" fmla="*/ 1434430 w 2176760"/>
              <a:gd name="csY25" fmla="*/ 162146 h 398918"/>
              <a:gd name="csX26" fmla="*/ 878231 w 2176760"/>
              <a:gd name="csY26" fmla="*/ 159440 h 398918"/>
              <a:gd name="csX27" fmla="*/ 857395 w 2176760"/>
              <a:gd name="csY27" fmla="*/ 166746 h 398918"/>
              <a:gd name="csX28" fmla="*/ 844542 w 2176760"/>
              <a:gd name="csY28" fmla="*/ 187041 h 398918"/>
              <a:gd name="csX29" fmla="*/ 840212 w 2176760"/>
              <a:gd name="csY29" fmla="*/ 217348 h 398918"/>
              <a:gd name="csX30" fmla="*/ 844542 w 2176760"/>
              <a:gd name="csY30" fmla="*/ 247384 h 398918"/>
              <a:gd name="csX31" fmla="*/ 857395 w 2176760"/>
              <a:gd name="csY31" fmla="*/ 267679 h 398918"/>
              <a:gd name="csX32" fmla="*/ 878231 w 2176760"/>
              <a:gd name="csY32" fmla="*/ 274985 h 398918"/>
              <a:gd name="csX33" fmla="*/ 898390 w 2176760"/>
              <a:gd name="csY33" fmla="*/ 267679 h 398918"/>
              <a:gd name="csX34" fmla="*/ 910973 w 2176760"/>
              <a:gd name="csY34" fmla="*/ 247384 h 398918"/>
              <a:gd name="csX35" fmla="*/ 915438 w 2176760"/>
              <a:gd name="csY35" fmla="*/ 217348 h 398918"/>
              <a:gd name="csX36" fmla="*/ 910973 w 2176760"/>
              <a:gd name="csY36" fmla="*/ 187041 h 398918"/>
              <a:gd name="csX37" fmla="*/ 898390 w 2176760"/>
              <a:gd name="csY37" fmla="*/ 166746 h 398918"/>
              <a:gd name="csX38" fmla="*/ 878231 w 2176760"/>
              <a:gd name="csY38" fmla="*/ 159440 h 398918"/>
              <a:gd name="csX39" fmla="*/ 1958524 w 2176760"/>
              <a:gd name="csY39" fmla="*/ 113168 h 398918"/>
              <a:gd name="csX40" fmla="*/ 2027789 w 2176760"/>
              <a:gd name="csY40" fmla="*/ 113168 h 398918"/>
              <a:gd name="csX41" fmla="*/ 2066080 w 2176760"/>
              <a:gd name="csY41" fmla="*/ 261455 h 398918"/>
              <a:gd name="csX42" fmla="*/ 2068252 w 2176760"/>
              <a:gd name="csY42" fmla="*/ 261455 h 398918"/>
              <a:gd name="csX43" fmla="*/ 2107076 w 2176760"/>
              <a:gd name="csY43" fmla="*/ 113168 h 398918"/>
              <a:gd name="csX44" fmla="*/ 2176760 w 2176760"/>
              <a:gd name="csY44" fmla="*/ 113168 h 398918"/>
              <a:gd name="csX45" fmla="*/ 2098417 w 2176760"/>
              <a:gd name="csY45" fmla="*/ 340875 h 398918"/>
              <a:gd name="csX46" fmla="*/ 2082320 w 2176760"/>
              <a:gd name="csY46" fmla="*/ 370912 h 398918"/>
              <a:gd name="csX47" fmla="*/ 2055669 w 2176760"/>
              <a:gd name="csY47" fmla="*/ 391477 h 398918"/>
              <a:gd name="csX48" fmla="*/ 2015617 w 2176760"/>
              <a:gd name="csY48" fmla="*/ 398918 h 398918"/>
              <a:gd name="csX49" fmla="*/ 1993157 w 2176760"/>
              <a:gd name="csY49" fmla="*/ 397024 h 398918"/>
              <a:gd name="csX50" fmla="*/ 1975030 w 2176760"/>
              <a:gd name="csY50" fmla="*/ 392289 h 398918"/>
              <a:gd name="csX51" fmla="*/ 1989642 w 2176760"/>
              <a:gd name="csY51" fmla="*/ 344258 h 398918"/>
              <a:gd name="csX52" fmla="*/ 2007225 w 2176760"/>
              <a:gd name="csY52" fmla="*/ 348046 h 398918"/>
              <a:gd name="csX53" fmla="*/ 2020893 w 2176760"/>
              <a:gd name="csY53" fmla="*/ 345475 h 398918"/>
              <a:gd name="csX54" fmla="*/ 2029818 w 2176760"/>
              <a:gd name="csY54" fmla="*/ 334787 h 398918"/>
              <a:gd name="csX55" fmla="*/ 2032390 w 2176760"/>
              <a:gd name="csY55" fmla="*/ 328563 h 398918"/>
              <a:gd name="csX56" fmla="*/ 1888582 w 2176760"/>
              <a:gd name="csY56" fmla="*/ 110462 h 398918"/>
              <a:gd name="csX57" fmla="*/ 1926596 w 2176760"/>
              <a:gd name="csY57" fmla="*/ 120339 h 398918"/>
              <a:gd name="csX58" fmla="*/ 1951761 w 2176760"/>
              <a:gd name="csY58" fmla="*/ 147669 h 398918"/>
              <a:gd name="csX59" fmla="*/ 1960695 w 2176760"/>
              <a:gd name="csY59" fmla="*/ 188530 h 398918"/>
              <a:gd name="csX60" fmla="*/ 1960695 w 2176760"/>
              <a:gd name="csY60" fmla="*/ 320986 h 398918"/>
              <a:gd name="csX61" fmla="*/ 1894535 w 2176760"/>
              <a:gd name="csY61" fmla="*/ 320986 h 398918"/>
              <a:gd name="csX62" fmla="*/ 1894535 w 2176760"/>
              <a:gd name="csY62" fmla="*/ 201518 h 398918"/>
              <a:gd name="csX63" fmla="*/ 1885734 w 2176760"/>
              <a:gd name="csY63" fmla="*/ 174458 h 398918"/>
              <a:gd name="csX64" fmla="*/ 1861245 w 2176760"/>
              <a:gd name="csY64" fmla="*/ 164717 h 398918"/>
              <a:gd name="csX65" fmla="*/ 1842843 w 2176760"/>
              <a:gd name="csY65" fmla="*/ 169317 h 398918"/>
              <a:gd name="csX66" fmla="*/ 1830670 w 2176760"/>
              <a:gd name="csY66" fmla="*/ 182170 h 398918"/>
              <a:gd name="csX67" fmla="*/ 1826345 w 2176760"/>
              <a:gd name="csY67" fmla="*/ 202465 h 398918"/>
              <a:gd name="csX68" fmla="*/ 1826345 w 2176760"/>
              <a:gd name="csY68" fmla="*/ 320986 h 398918"/>
              <a:gd name="csX69" fmla="*/ 1760175 w 2176760"/>
              <a:gd name="csY69" fmla="*/ 320986 h 398918"/>
              <a:gd name="csX70" fmla="*/ 1760175 w 2176760"/>
              <a:gd name="csY70" fmla="*/ 113168 h 398918"/>
              <a:gd name="csX71" fmla="*/ 1823097 w 2176760"/>
              <a:gd name="csY71" fmla="*/ 113168 h 398918"/>
              <a:gd name="csX72" fmla="*/ 1823097 w 2176760"/>
              <a:gd name="csY72" fmla="*/ 151322 h 398918"/>
              <a:gd name="csX73" fmla="*/ 1825393 w 2176760"/>
              <a:gd name="csY73" fmla="*/ 151322 h 398918"/>
              <a:gd name="csX74" fmla="*/ 1848939 w 2176760"/>
              <a:gd name="csY74" fmla="*/ 121421 h 398918"/>
              <a:gd name="csX75" fmla="*/ 1888582 w 2176760"/>
              <a:gd name="csY75" fmla="*/ 110462 h 398918"/>
              <a:gd name="csX76" fmla="*/ 1646770 w 2176760"/>
              <a:gd name="csY76" fmla="*/ 110462 h 398918"/>
              <a:gd name="csX77" fmla="*/ 1683442 w 2176760"/>
              <a:gd name="csY77" fmla="*/ 115198 h 398918"/>
              <a:gd name="csX78" fmla="*/ 1712664 w 2176760"/>
              <a:gd name="csY78" fmla="*/ 128727 h 398918"/>
              <a:gd name="csX79" fmla="*/ 1731876 w 2176760"/>
              <a:gd name="csY79" fmla="*/ 150375 h 398918"/>
              <a:gd name="csX80" fmla="*/ 1738772 w 2176760"/>
              <a:gd name="csY80" fmla="*/ 179735 h 398918"/>
              <a:gd name="csX81" fmla="*/ 1738772 w 2176760"/>
              <a:gd name="csY81" fmla="*/ 320986 h 398918"/>
              <a:gd name="csX82" fmla="*/ 1676536 w 2176760"/>
              <a:gd name="csY82" fmla="*/ 320986 h 398918"/>
              <a:gd name="csX83" fmla="*/ 1676536 w 2176760"/>
              <a:gd name="csY83" fmla="*/ 292032 h 398918"/>
              <a:gd name="csX84" fmla="*/ 1674917 w 2176760"/>
              <a:gd name="csY84" fmla="*/ 292032 h 398918"/>
              <a:gd name="csX85" fmla="*/ 1660705 w 2176760"/>
              <a:gd name="csY85" fmla="*/ 309892 h 398918"/>
              <a:gd name="csX86" fmla="*/ 1640551 w 2176760"/>
              <a:gd name="csY86" fmla="*/ 320851 h 398918"/>
              <a:gd name="csX87" fmla="*/ 1614576 w 2176760"/>
              <a:gd name="csY87" fmla="*/ 324504 h 398918"/>
              <a:gd name="csX88" fmla="*/ 1579257 w 2176760"/>
              <a:gd name="csY88" fmla="*/ 317875 h 398918"/>
              <a:gd name="csX89" fmla="*/ 1555045 w 2176760"/>
              <a:gd name="csY89" fmla="*/ 297580 h 398918"/>
              <a:gd name="csX90" fmla="*/ 1546244 w 2176760"/>
              <a:gd name="csY90" fmla="*/ 263350 h 398918"/>
              <a:gd name="csX91" fmla="*/ 1552330 w 2176760"/>
              <a:gd name="csY91" fmla="*/ 234125 h 398918"/>
              <a:gd name="csX92" fmla="*/ 1569113 w 2176760"/>
              <a:gd name="csY92" fmla="*/ 214777 h 398918"/>
              <a:gd name="csX93" fmla="*/ 1593735 w 2176760"/>
              <a:gd name="csY93" fmla="*/ 203548 h 398918"/>
              <a:gd name="csX94" fmla="*/ 1623501 w 2176760"/>
              <a:gd name="csY94" fmla="*/ 198271 h 398918"/>
              <a:gd name="csX95" fmla="*/ 1652047 w 2176760"/>
              <a:gd name="csY95" fmla="*/ 194889 h 398918"/>
              <a:gd name="csX96" fmla="*/ 1667745 w 2176760"/>
              <a:gd name="csY96" fmla="*/ 189612 h 398918"/>
              <a:gd name="csX97" fmla="*/ 1672755 w 2176760"/>
              <a:gd name="csY97" fmla="*/ 179735 h 398918"/>
              <a:gd name="csX98" fmla="*/ 1672755 w 2176760"/>
              <a:gd name="csY98" fmla="*/ 179058 h 398918"/>
              <a:gd name="csX99" fmla="*/ 1665582 w 2176760"/>
              <a:gd name="csY99" fmla="*/ 162958 h 398918"/>
              <a:gd name="csX100" fmla="*/ 1646228 w 2176760"/>
              <a:gd name="csY100" fmla="*/ 157275 h 398918"/>
              <a:gd name="csX101" fmla="*/ 1625130 w 2176760"/>
              <a:gd name="csY101" fmla="*/ 162958 h 398918"/>
              <a:gd name="csX102" fmla="*/ 1614976 w 2176760"/>
              <a:gd name="csY102" fmla="*/ 178652 h 398918"/>
              <a:gd name="csX103" fmla="*/ 1553959 w 2176760"/>
              <a:gd name="csY103" fmla="*/ 176487 h 398918"/>
              <a:gd name="csX104" fmla="*/ 1567894 w 2176760"/>
              <a:gd name="csY104" fmla="*/ 142663 h 398918"/>
              <a:gd name="csX105" fmla="*/ 1599012 w 2176760"/>
              <a:gd name="csY105" fmla="*/ 119121 h 398918"/>
              <a:gd name="csX106" fmla="*/ 1646770 w 2176760"/>
              <a:gd name="csY106" fmla="*/ 110462 h 398918"/>
              <a:gd name="csX107" fmla="*/ 1457699 w 2176760"/>
              <a:gd name="csY107" fmla="*/ 110462 h 398918"/>
              <a:gd name="csX108" fmla="*/ 1498152 w 2176760"/>
              <a:gd name="csY108" fmla="*/ 121827 h 398918"/>
              <a:gd name="csX109" fmla="*/ 1528727 w 2176760"/>
              <a:gd name="csY109" fmla="*/ 156870 h 398918"/>
              <a:gd name="csX110" fmla="*/ 1540367 w 2176760"/>
              <a:gd name="csY110" fmla="*/ 217212 h 398918"/>
              <a:gd name="csX111" fmla="*/ 1529137 w 2176760"/>
              <a:gd name="csY111" fmla="*/ 276338 h 398918"/>
              <a:gd name="csX112" fmla="*/ 1499104 w 2176760"/>
              <a:gd name="csY112" fmla="*/ 312057 h 398918"/>
              <a:gd name="csX113" fmla="*/ 1457290 w 2176760"/>
              <a:gd name="csY113" fmla="*/ 323963 h 398918"/>
              <a:gd name="csX114" fmla="*/ 1430096 w 2176760"/>
              <a:gd name="csY114" fmla="*/ 318821 h 398918"/>
              <a:gd name="csX115" fmla="*/ 1410750 w 2176760"/>
              <a:gd name="csY115" fmla="*/ 305292 h 398918"/>
              <a:gd name="csX116" fmla="*/ 1398844 w 2176760"/>
              <a:gd name="csY116" fmla="*/ 287297 h 398918"/>
              <a:gd name="csX117" fmla="*/ 1397492 w 2176760"/>
              <a:gd name="csY117" fmla="*/ 287297 h 398918"/>
              <a:gd name="csX118" fmla="*/ 1397492 w 2176760"/>
              <a:gd name="csY118" fmla="*/ 398918 h 398918"/>
              <a:gd name="csX119" fmla="*/ 1331331 w 2176760"/>
              <a:gd name="csY119" fmla="*/ 398918 h 398918"/>
              <a:gd name="csX120" fmla="*/ 1331331 w 2176760"/>
              <a:gd name="csY120" fmla="*/ 113168 h 398918"/>
              <a:gd name="csX121" fmla="*/ 1396815 w 2176760"/>
              <a:gd name="csY121" fmla="*/ 113168 h 398918"/>
              <a:gd name="csX122" fmla="*/ 1396815 w 2176760"/>
              <a:gd name="csY122" fmla="*/ 148751 h 398918"/>
              <a:gd name="csX123" fmla="*/ 1398844 w 2176760"/>
              <a:gd name="csY123" fmla="*/ 148751 h 398918"/>
              <a:gd name="csX124" fmla="*/ 1410350 w 2176760"/>
              <a:gd name="csY124" fmla="*/ 130486 h 398918"/>
              <a:gd name="csX125" fmla="*/ 1429562 w 2176760"/>
              <a:gd name="csY125" fmla="*/ 116145 h 398918"/>
              <a:gd name="csX126" fmla="*/ 1457699 w 2176760"/>
              <a:gd name="csY126" fmla="*/ 110462 h 398918"/>
              <a:gd name="csX127" fmla="*/ 1121591 w 2176760"/>
              <a:gd name="csY127" fmla="*/ 110462 h 398918"/>
              <a:gd name="csX128" fmla="*/ 1158662 w 2176760"/>
              <a:gd name="csY128" fmla="*/ 121557 h 398918"/>
              <a:gd name="csX129" fmla="*/ 1178283 w 2176760"/>
              <a:gd name="csY129" fmla="*/ 151322 h 398918"/>
              <a:gd name="csX130" fmla="*/ 1180445 w 2176760"/>
              <a:gd name="csY130" fmla="*/ 151322 h 398918"/>
              <a:gd name="csX131" fmla="*/ 1203182 w 2176760"/>
              <a:gd name="csY131" fmla="*/ 121692 h 398918"/>
              <a:gd name="csX132" fmla="*/ 1243091 w 2176760"/>
              <a:gd name="csY132" fmla="*/ 110462 h 398918"/>
              <a:gd name="csX133" fmla="*/ 1290983 w 2176760"/>
              <a:gd name="csY133" fmla="*/ 129404 h 398918"/>
              <a:gd name="csX134" fmla="*/ 1309385 w 2176760"/>
              <a:gd name="csY134" fmla="*/ 181088 h 398918"/>
              <a:gd name="csX135" fmla="*/ 1309385 w 2176760"/>
              <a:gd name="csY135" fmla="*/ 320986 h 398918"/>
              <a:gd name="csX136" fmla="*/ 1243225 w 2176760"/>
              <a:gd name="csY136" fmla="*/ 320986 h 398918"/>
              <a:gd name="csX137" fmla="*/ 1243225 w 2176760"/>
              <a:gd name="csY137" fmla="*/ 196241 h 398918"/>
              <a:gd name="csX138" fmla="*/ 1235243 w 2176760"/>
              <a:gd name="csY138" fmla="*/ 172564 h 398918"/>
              <a:gd name="csX139" fmla="*/ 1214545 w 2176760"/>
              <a:gd name="csY139" fmla="*/ 164311 h 398918"/>
              <a:gd name="csX140" fmla="*/ 1193028 w 2176760"/>
              <a:gd name="csY140" fmla="*/ 173240 h 398918"/>
              <a:gd name="csX141" fmla="*/ 1185322 w 2176760"/>
              <a:gd name="csY141" fmla="*/ 196917 h 398918"/>
              <a:gd name="csX142" fmla="*/ 1185322 w 2176760"/>
              <a:gd name="csY142" fmla="*/ 320986 h 398918"/>
              <a:gd name="csX143" fmla="*/ 1121724 w 2176760"/>
              <a:gd name="csY143" fmla="*/ 320986 h 398918"/>
              <a:gd name="csX144" fmla="*/ 1121724 w 2176760"/>
              <a:gd name="csY144" fmla="*/ 195565 h 398918"/>
              <a:gd name="csX145" fmla="*/ 1113885 w 2176760"/>
              <a:gd name="csY145" fmla="*/ 172699 h 398918"/>
              <a:gd name="csX146" fmla="*/ 1093177 w 2176760"/>
              <a:gd name="csY146" fmla="*/ 164311 h 398918"/>
              <a:gd name="csX147" fmla="*/ 1077890 w 2176760"/>
              <a:gd name="csY147" fmla="*/ 168505 h 398918"/>
              <a:gd name="csX148" fmla="*/ 1067469 w 2176760"/>
              <a:gd name="csY148" fmla="*/ 180141 h 398918"/>
              <a:gd name="csX149" fmla="*/ 1063821 w 2176760"/>
              <a:gd name="csY149" fmla="*/ 198000 h 398918"/>
              <a:gd name="csX150" fmla="*/ 1063821 w 2176760"/>
              <a:gd name="csY150" fmla="*/ 320986 h 398918"/>
              <a:gd name="csX151" fmla="*/ 997661 w 2176760"/>
              <a:gd name="csY151" fmla="*/ 320986 h 398918"/>
              <a:gd name="csX152" fmla="*/ 997661 w 2176760"/>
              <a:gd name="csY152" fmla="*/ 113168 h 398918"/>
              <a:gd name="csX153" fmla="*/ 1060573 w 2176760"/>
              <a:gd name="csY153" fmla="*/ 113168 h 398918"/>
              <a:gd name="csX154" fmla="*/ 1060573 w 2176760"/>
              <a:gd name="csY154" fmla="*/ 151322 h 398918"/>
              <a:gd name="csX155" fmla="*/ 1062869 w 2176760"/>
              <a:gd name="csY155" fmla="*/ 151322 h 398918"/>
              <a:gd name="csX156" fmla="*/ 1084795 w 2176760"/>
              <a:gd name="csY156" fmla="*/ 121421 h 398918"/>
              <a:gd name="csX157" fmla="*/ 1121591 w 2176760"/>
              <a:gd name="csY157" fmla="*/ 110462 h 398918"/>
              <a:gd name="csX158" fmla="*/ 877825 w 2176760"/>
              <a:gd name="csY158" fmla="*/ 110462 h 398918"/>
              <a:gd name="csX159" fmla="*/ 933977 w 2176760"/>
              <a:gd name="csY159" fmla="*/ 123992 h 398918"/>
              <a:gd name="csX160" fmla="*/ 970095 w 2176760"/>
              <a:gd name="csY160" fmla="*/ 161604 h 398918"/>
              <a:gd name="csX161" fmla="*/ 982821 w 2176760"/>
              <a:gd name="csY161" fmla="*/ 217753 h 398918"/>
              <a:gd name="csX162" fmla="*/ 970095 w 2176760"/>
              <a:gd name="csY162" fmla="*/ 273902 h 398918"/>
              <a:gd name="csX163" fmla="*/ 933977 w 2176760"/>
              <a:gd name="csY163" fmla="*/ 311516 h 398918"/>
              <a:gd name="csX164" fmla="*/ 877825 w 2176760"/>
              <a:gd name="csY164" fmla="*/ 324910 h 398918"/>
              <a:gd name="csX165" fmla="*/ 821541 w 2176760"/>
              <a:gd name="csY165" fmla="*/ 311516 h 398918"/>
              <a:gd name="csX166" fmla="*/ 785416 w 2176760"/>
              <a:gd name="csY166" fmla="*/ 273902 h 398918"/>
              <a:gd name="csX167" fmla="*/ 772834 w 2176760"/>
              <a:gd name="csY167" fmla="*/ 217753 h 398918"/>
              <a:gd name="csX168" fmla="*/ 785416 w 2176760"/>
              <a:gd name="csY168" fmla="*/ 161604 h 398918"/>
              <a:gd name="csX169" fmla="*/ 821541 w 2176760"/>
              <a:gd name="csY169" fmla="*/ 123992 h 398918"/>
              <a:gd name="csX170" fmla="*/ 877825 w 2176760"/>
              <a:gd name="csY170" fmla="*/ 110462 h 398918"/>
              <a:gd name="csX171" fmla="*/ 638422 w 2176760"/>
              <a:gd name="csY171" fmla="*/ 40107 h 398918"/>
              <a:gd name="csX172" fmla="*/ 684964 w 2176760"/>
              <a:gd name="csY172" fmla="*/ 47143 h 398918"/>
              <a:gd name="csX173" fmla="*/ 722577 w 2176760"/>
              <a:gd name="csY173" fmla="*/ 67437 h 398918"/>
              <a:gd name="csX174" fmla="*/ 748960 w 2176760"/>
              <a:gd name="csY174" fmla="*/ 100044 h 398918"/>
              <a:gd name="csX175" fmla="*/ 761543 w 2176760"/>
              <a:gd name="csY175" fmla="*/ 144287 h 398918"/>
              <a:gd name="csX176" fmla="*/ 693894 w 2176760"/>
              <a:gd name="csY176" fmla="*/ 144287 h 398918"/>
              <a:gd name="csX177" fmla="*/ 688347 w 2176760"/>
              <a:gd name="csY177" fmla="*/ 125480 h 398918"/>
              <a:gd name="csX178" fmla="*/ 677252 w 2176760"/>
              <a:gd name="csY178" fmla="*/ 111139 h 398918"/>
              <a:gd name="csX179" fmla="*/ 660881 w 2176760"/>
              <a:gd name="csY179" fmla="*/ 102073 h 398918"/>
              <a:gd name="csX180" fmla="*/ 640181 w 2176760"/>
              <a:gd name="csY180" fmla="*/ 98826 h 398918"/>
              <a:gd name="csX181" fmla="*/ 605409 w 2176760"/>
              <a:gd name="csY181" fmla="*/ 108704 h 398918"/>
              <a:gd name="csX182" fmla="*/ 583084 w 2176760"/>
              <a:gd name="csY182" fmla="*/ 137251 h 398918"/>
              <a:gd name="csX183" fmla="*/ 575373 w 2176760"/>
              <a:gd name="csY183" fmla="*/ 182440 h 398918"/>
              <a:gd name="csX184" fmla="*/ 583219 w 2176760"/>
              <a:gd name="csY184" fmla="*/ 228713 h 398918"/>
              <a:gd name="csX185" fmla="*/ 605544 w 2176760"/>
              <a:gd name="csY185" fmla="*/ 256719 h 398918"/>
              <a:gd name="csX186" fmla="*/ 639774 w 2176760"/>
              <a:gd name="csY186" fmla="*/ 266056 h 398918"/>
              <a:gd name="csX187" fmla="*/ 659934 w 2176760"/>
              <a:gd name="csY187" fmla="*/ 263214 h 398918"/>
              <a:gd name="csX188" fmla="*/ 676035 w 2176760"/>
              <a:gd name="csY188" fmla="*/ 254961 h 398918"/>
              <a:gd name="csX189" fmla="*/ 687535 w 2176760"/>
              <a:gd name="csY189" fmla="*/ 241566 h 398918"/>
              <a:gd name="csX190" fmla="*/ 693894 w 2176760"/>
              <a:gd name="csY190" fmla="*/ 223571 h 398918"/>
              <a:gd name="csX191" fmla="*/ 761543 w 2176760"/>
              <a:gd name="csY191" fmla="*/ 223977 h 398918"/>
              <a:gd name="csX192" fmla="*/ 750855 w 2176760"/>
              <a:gd name="csY192" fmla="*/ 260238 h 398918"/>
              <a:gd name="csX193" fmla="*/ 726636 w 2176760"/>
              <a:gd name="csY193" fmla="*/ 292845 h 398918"/>
              <a:gd name="csX194" fmla="*/ 689023 w 2176760"/>
              <a:gd name="csY194" fmla="*/ 316115 h 398918"/>
              <a:gd name="csX195" fmla="*/ 638422 w 2176760"/>
              <a:gd name="csY195" fmla="*/ 324774 h 398918"/>
              <a:gd name="csX196" fmla="*/ 571043 w 2176760"/>
              <a:gd name="csY196" fmla="*/ 308269 h 398918"/>
              <a:gd name="csX197" fmla="*/ 524230 w 2176760"/>
              <a:gd name="csY197" fmla="*/ 259831 h 398918"/>
              <a:gd name="csX198" fmla="*/ 507047 w 2176760"/>
              <a:gd name="csY198" fmla="*/ 182440 h 398918"/>
              <a:gd name="csX199" fmla="*/ 524501 w 2176760"/>
              <a:gd name="csY199" fmla="*/ 104915 h 398918"/>
              <a:gd name="csX200" fmla="*/ 571720 w 2176760"/>
              <a:gd name="csY200" fmla="*/ 56613 h 398918"/>
              <a:gd name="csX201" fmla="*/ 638422 w 2176760"/>
              <a:gd name="csY201" fmla="*/ 40107 h 398918"/>
              <a:gd name="csX202" fmla="*/ 173334 w 2176760"/>
              <a:gd name="csY202" fmla="*/ 388 h 398918"/>
              <a:gd name="csX203" fmla="*/ 203201 w 2176760"/>
              <a:gd name="csY203" fmla="*/ 23874 h 398918"/>
              <a:gd name="csX204" fmla="*/ 207884 w 2176760"/>
              <a:gd name="csY204" fmla="*/ 106674 h 398918"/>
              <a:gd name="csX205" fmla="*/ 205931 w 2176760"/>
              <a:gd name="csY205" fmla="*/ 178674 h 398918"/>
              <a:gd name="csX206" fmla="*/ 245788 w 2176760"/>
              <a:gd name="csY206" fmla="*/ 130013 h 398918"/>
              <a:gd name="csX207" fmla="*/ 275688 w 2176760"/>
              <a:gd name="csY207" fmla="*/ 84730 h 398918"/>
              <a:gd name="csX208" fmla="*/ 354140 w 2176760"/>
              <a:gd name="csY208" fmla="*/ 66519 h 398918"/>
              <a:gd name="csX209" fmla="*/ 361481 w 2176760"/>
              <a:gd name="csY209" fmla="*/ 109150 h 398918"/>
              <a:gd name="csX210" fmla="*/ 338417 w 2176760"/>
              <a:gd name="csY210" fmla="*/ 133682 h 398918"/>
              <a:gd name="csX211" fmla="*/ 219060 w 2176760"/>
              <a:gd name="csY211" fmla="*/ 194763 h 398918"/>
              <a:gd name="csX212" fmla="*/ 346051 w 2176760"/>
              <a:gd name="csY212" fmla="*/ 205287 h 398918"/>
              <a:gd name="csX213" fmla="*/ 380609 w 2176760"/>
              <a:gd name="csY213" fmla="*/ 220765 h 398918"/>
              <a:gd name="csX214" fmla="*/ 394527 w 2176760"/>
              <a:gd name="csY214" fmla="*/ 254303 h 398918"/>
              <a:gd name="csX215" fmla="*/ 353821 w 2176760"/>
              <a:gd name="csY215" fmla="*/ 287105 h 398918"/>
              <a:gd name="csX216" fmla="*/ 311392 w 2176760"/>
              <a:gd name="csY216" fmla="*/ 274570 h 398918"/>
              <a:gd name="csX217" fmla="*/ 277726 w 2176760"/>
              <a:gd name="csY217" fmla="*/ 252008 h 398918"/>
              <a:gd name="csX218" fmla="*/ 212863 w 2176760"/>
              <a:gd name="csY218" fmla="*/ 213786 h 398918"/>
              <a:gd name="csX219" fmla="*/ 237229 w 2176760"/>
              <a:gd name="csY219" fmla="*/ 273082 h 398918"/>
              <a:gd name="csX220" fmla="*/ 269581 w 2176760"/>
              <a:gd name="csY220" fmla="*/ 351281 h 398918"/>
              <a:gd name="csX221" fmla="*/ 246106 w 2176760"/>
              <a:gd name="csY221" fmla="*/ 393988 h 398918"/>
              <a:gd name="csX222" fmla="*/ 246123 w 2176760"/>
              <a:gd name="csY222" fmla="*/ 394009 h 398918"/>
              <a:gd name="csX223" fmla="*/ 198604 w 2176760"/>
              <a:gd name="csY223" fmla="*/ 383786 h 398918"/>
              <a:gd name="csX224" fmla="*/ 186930 w 2176760"/>
              <a:gd name="csY224" fmla="*/ 312064 h 398918"/>
              <a:gd name="csX225" fmla="*/ 191644 w 2176760"/>
              <a:gd name="csY225" fmla="*/ 277111 h 398918"/>
              <a:gd name="csX226" fmla="*/ 191992 w 2176760"/>
              <a:gd name="csY226" fmla="*/ 218052 h 398918"/>
              <a:gd name="csX227" fmla="*/ 146020 w 2176760"/>
              <a:gd name="csY227" fmla="*/ 274836 h 398918"/>
              <a:gd name="csX228" fmla="*/ 113756 w 2176760"/>
              <a:gd name="csY228" fmla="*/ 320504 h 398918"/>
              <a:gd name="csX229" fmla="*/ 90341 w 2176760"/>
              <a:gd name="csY229" fmla="*/ 338935 h 398918"/>
              <a:gd name="csX230" fmla="*/ 42703 w 2176760"/>
              <a:gd name="csY230" fmla="*/ 332486 h 398918"/>
              <a:gd name="csX231" fmla="*/ 32856 w 2176760"/>
              <a:gd name="csY231" fmla="*/ 299410 h 398918"/>
              <a:gd name="csX232" fmla="*/ 48816 w 2176760"/>
              <a:gd name="csY232" fmla="*/ 271999 h 398918"/>
              <a:gd name="csX233" fmla="*/ 74047 w 2176760"/>
              <a:gd name="csY233" fmla="*/ 253899 h 398918"/>
              <a:gd name="csX234" fmla="*/ 112286 w 2176760"/>
              <a:gd name="csY234" fmla="*/ 236591 h 398918"/>
              <a:gd name="csX235" fmla="*/ 177023 w 2176760"/>
              <a:gd name="csY235" fmla="*/ 203107 h 398918"/>
              <a:gd name="csX236" fmla="*/ 34342 w 2176760"/>
              <a:gd name="csY236" fmla="*/ 189387 h 398918"/>
              <a:gd name="csX237" fmla="*/ 2195 w 2176760"/>
              <a:gd name="csY237" fmla="*/ 160436 h 398918"/>
              <a:gd name="csX238" fmla="*/ 35442 w 2176760"/>
              <a:gd name="csY238" fmla="*/ 111700 h 398918"/>
              <a:gd name="csX239" fmla="*/ 126906 w 2176760"/>
              <a:gd name="csY239" fmla="*/ 151097 h 398918"/>
              <a:gd name="csX240" fmla="*/ 185089 w 2176760"/>
              <a:gd name="csY240" fmla="*/ 182501 h 398918"/>
              <a:gd name="csX241" fmla="*/ 160623 w 2176760"/>
              <a:gd name="csY241" fmla="*/ 123937 h 398918"/>
              <a:gd name="csX242" fmla="*/ 134370 w 2176760"/>
              <a:gd name="csY242" fmla="*/ 76024 h 398918"/>
              <a:gd name="csX243" fmla="*/ 127306 w 2176760"/>
              <a:gd name="csY243" fmla="*/ 38705 h 398918"/>
              <a:gd name="csX244" fmla="*/ 173334 w 2176760"/>
              <a:gd name="csY244" fmla="*/ 388 h 3989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</a:cxnLst>
            <a:rect l="l" t="t" r="r" b="b"/>
            <a:pathLst>
              <a:path w="2176760" h="398918">
                <a:moveTo>
                  <a:pt x="1673155" y="227360"/>
                </a:moveTo>
                <a:cubicBezTo>
                  <a:pt x="1671259" y="228352"/>
                  <a:pt x="1668964" y="229254"/>
                  <a:pt x="1666259" y="230065"/>
                </a:cubicBezTo>
                <a:cubicBezTo>
                  <a:pt x="1663639" y="230878"/>
                  <a:pt x="1660753" y="231645"/>
                  <a:pt x="1657600" y="232366"/>
                </a:cubicBezTo>
                <a:cubicBezTo>
                  <a:pt x="1654438" y="233088"/>
                  <a:pt x="1651190" y="233719"/>
                  <a:pt x="1647856" y="234260"/>
                </a:cubicBezTo>
                <a:cubicBezTo>
                  <a:pt x="1644513" y="234801"/>
                  <a:pt x="1641313" y="235297"/>
                  <a:pt x="1638246" y="235748"/>
                </a:cubicBezTo>
                <a:cubicBezTo>
                  <a:pt x="1632026" y="236741"/>
                  <a:pt x="1626701" y="238274"/>
                  <a:pt x="1622282" y="240349"/>
                </a:cubicBezTo>
                <a:cubicBezTo>
                  <a:pt x="1617957" y="242423"/>
                  <a:pt x="1614614" y="245129"/>
                  <a:pt x="1612271" y="248467"/>
                </a:cubicBezTo>
                <a:cubicBezTo>
                  <a:pt x="1610013" y="251714"/>
                  <a:pt x="1608890" y="255592"/>
                  <a:pt x="1608890" y="260103"/>
                </a:cubicBezTo>
                <a:cubicBezTo>
                  <a:pt x="1608890" y="266958"/>
                  <a:pt x="1611328" y="272189"/>
                  <a:pt x="1616195" y="275797"/>
                </a:cubicBezTo>
                <a:cubicBezTo>
                  <a:pt x="1621158" y="279405"/>
                  <a:pt x="1627425" y="281209"/>
                  <a:pt x="1634998" y="281209"/>
                </a:cubicBezTo>
                <a:cubicBezTo>
                  <a:pt x="1642132" y="281209"/>
                  <a:pt x="1648533" y="279765"/>
                  <a:pt x="1654209" y="276879"/>
                </a:cubicBezTo>
                <a:cubicBezTo>
                  <a:pt x="1659991" y="273993"/>
                  <a:pt x="1664592" y="270024"/>
                  <a:pt x="1668011" y="264973"/>
                </a:cubicBezTo>
                <a:cubicBezTo>
                  <a:pt x="1671440" y="259831"/>
                  <a:pt x="1673155" y="253878"/>
                  <a:pt x="1673155" y="247113"/>
                </a:cubicBezTo>
                <a:close/>
                <a:moveTo>
                  <a:pt x="1434430" y="162146"/>
                </a:moveTo>
                <a:cubicBezTo>
                  <a:pt x="1426314" y="162146"/>
                  <a:pt x="1419409" y="164356"/>
                  <a:pt x="1413732" y="168776"/>
                </a:cubicBezTo>
                <a:cubicBezTo>
                  <a:pt x="1408045" y="173195"/>
                  <a:pt x="1403673" y="179510"/>
                  <a:pt x="1400606" y="187717"/>
                </a:cubicBezTo>
                <a:cubicBezTo>
                  <a:pt x="1397625" y="195926"/>
                  <a:pt x="1396139" y="205712"/>
                  <a:pt x="1396139" y="217077"/>
                </a:cubicBezTo>
                <a:cubicBezTo>
                  <a:pt x="1396139" y="228262"/>
                  <a:pt x="1397625" y="238004"/>
                  <a:pt x="1400606" y="246302"/>
                </a:cubicBezTo>
                <a:cubicBezTo>
                  <a:pt x="1403673" y="254600"/>
                  <a:pt x="1408045" y="261049"/>
                  <a:pt x="1413732" y="265649"/>
                </a:cubicBezTo>
                <a:cubicBezTo>
                  <a:pt x="1419504" y="270159"/>
                  <a:pt x="1426400" y="272415"/>
                  <a:pt x="1434430" y="272415"/>
                </a:cubicBezTo>
                <a:cubicBezTo>
                  <a:pt x="1442545" y="272415"/>
                  <a:pt x="1449451" y="270159"/>
                  <a:pt x="1455127" y="265649"/>
                </a:cubicBezTo>
                <a:cubicBezTo>
                  <a:pt x="1460814" y="261049"/>
                  <a:pt x="1465100" y="254600"/>
                  <a:pt x="1467986" y="246302"/>
                </a:cubicBezTo>
                <a:cubicBezTo>
                  <a:pt x="1470958" y="238004"/>
                  <a:pt x="1472444" y="228262"/>
                  <a:pt x="1472444" y="217077"/>
                </a:cubicBezTo>
                <a:cubicBezTo>
                  <a:pt x="1472444" y="205893"/>
                  <a:pt x="1470958" y="196196"/>
                  <a:pt x="1467986" y="187988"/>
                </a:cubicBezTo>
                <a:cubicBezTo>
                  <a:pt x="1465100" y="179780"/>
                  <a:pt x="1460814" y="173421"/>
                  <a:pt x="1455127" y="168911"/>
                </a:cubicBezTo>
                <a:cubicBezTo>
                  <a:pt x="1449536" y="164401"/>
                  <a:pt x="1442640" y="162146"/>
                  <a:pt x="1434430" y="162146"/>
                </a:cubicBezTo>
                <a:close/>
                <a:moveTo>
                  <a:pt x="878231" y="159440"/>
                </a:moveTo>
                <a:cubicBezTo>
                  <a:pt x="870023" y="159440"/>
                  <a:pt x="863077" y="161876"/>
                  <a:pt x="857395" y="166746"/>
                </a:cubicBezTo>
                <a:cubicBezTo>
                  <a:pt x="851802" y="171617"/>
                  <a:pt x="847518" y="178382"/>
                  <a:pt x="844542" y="187041"/>
                </a:cubicBezTo>
                <a:cubicBezTo>
                  <a:pt x="841655" y="195700"/>
                  <a:pt x="840212" y="205802"/>
                  <a:pt x="840212" y="217348"/>
                </a:cubicBezTo>
                <a:cubicBezTo>
                  <a:pt x="840212" y="228713"/>
                  <a:pt x="841655" y="238725"/>
                  <a:pt x="844542" y="247384"/>
                </a:cubicBezTo>
                <a:cubicBezTo>
                  <a:pt x="847518" y="256043"/>
                  <a:pt x="851802" y="262808"/>
                  <a:pt x="857395" y="267679"/>
                </a:cubicBezTo>
                <a:cubicBezTo>
                  <a:pt x="863077" y="272550"/>
                  <a:pt x="870023" y="274985"/>
                  <a:pt x="878231" y="274985"/>
                </a:cubicBezTo>
                <a:cubicBezTo>
                  <a:pt x="886169" y="274985"/>
                  <a:pt x="892889" y="272550"/>
                  <a:pt x="898390" y="267679"/>
                </a:cubicBezTo>
                <a:cubicBezTo>
                  <a:pt x="903893" y="262808"/>
                  <a:pt x="908087" y="256043"/>
                  <a:pt x="910973" y="247384"/>
                </a:cubicBezTo>
                <a:cubicBezTo>
                  <a:pt x="913949" y="238725"/>
                  <a:pt x="915438" y="228713"/>
                  <a:pt x="915438" y="217348"/>
                </a:cubicBezTo>
                <a:cubicBezTo>
                  <a:pt x="915438" y="205802"/>
                  <a:pt x="913949" y="195700"/>
                  <a:pt x="910973" y="187041"/>
                </a:cubicBezTo>
                <a:cubicBezTo>
                  <a:pt x="908087" y="178382"/>
                  <a:pt x="903893" y="171617"/>
                  <a:pt x="898390" y="166746"/>
                </a:cubicBezTo>
                <a:cubicBezTo>
                  <a:pt x="892889" y="161876"/>
                  <a:pt x="886169" y="159440"/>
                  <a:pt x="878231" y="159440"/>
                </a:cubicBezTo>
                <a:close/>
                <a:moveTo>
                  <a:pt x="1958524" y="113168"/>
                </a:moveTo>
                <a:lnTo>
                  <a:pt x="2027789" y="113168"/>
                </a:lnTo>
                <a:lnTo>
                  <a:pt x="2066080" y="261455"/>
                </a:lnTo>
                <a:lnTo>
                  <a:pt x="2068252" y="261455"/>
                </a:lnTo>
                <a:lnTo>
                  <a:pt x="2107076" y="113168"/>
                </a:lnTo>
                <a:lnTo>
                  <a:pt x="2176760" y="113168"/>
                </a:lnTo>
                <a:lnTo>
                  <a:pt x="2098417" y="340875"/>
                </a:lnTo>
                <a:cubicBezTo>
                  <a:pt x="2094627" y="352241"/>
                  <a:pt x="2089264" y="362252"/>
                  <a:pt x="2082320" y="370912"/>
                </a:cubicBezTo>
                <a:cubicBezTo>
                  <a:pt x="2075462" y="379660"/>
                  <a:pt x="2066575" y="386515"/>
                  <a:pt x="2055669" y="391477"/>
                </a:cubicBezTo>
                <a:cubicBezTo>
                  <a:pt x="2044839" y="396438"/>
                  <a:pt x="2031495" y="398918"/>
                  <a:pt x="2015617" y="398918"/>
                </a:cubicBezTo>
                <a:cubicBezTo>
                  <a:pt x="2007682" y="398918"/>
                  <a:pt x="2000196" y="398286"/>
                  <a:pt x="1993157" y="397024"/>
                </a:cubicBezTo>
                <a:cubicBezTo>
                  <a:pt x="1986118" y="395851"/>
                  <a:pt x="1980079" y="394273"/>
                  <a:pt x="1975030" y="392289"/>
                </a:cubicBezTo>
                <a:lnTo>
                  <a:pt x="1989642" y="344258"/>
                </a:lnTo>
                <a:cubicBezTo>
                  <a:pt x="1996138" y="346423"/>
                  <a:pt x="2001996" y="347685"/>
                  <a:pt x="2007225" y="348046"/>
                </a:cubicBezTo>
                <a:cubicBezTo>
                  <a:pt x="2012550" y="348407"/>
                  <a:pt x="2017102" y="347550"/>
                  <a:pt x="2020893" y="345475"/>
                </a:cubicBezTo>
                <a:cubicBezTo>
                  <a:pt x="2024770" y="343491"/>
                  <a:pt x="2027751" y="339928"/>
                  <a:pt x="2029818" y="334787"/>
                </a:cubicBezTo>
                <a:lnTo>
                  <a:pt x="2032390" y="328563"/>
                </a:lnTo>
                <a:close/>
                <a:moveTo>
                  <a:pt x="1888582" y="110462"/>
                </a:moveTo>
                <a:cubicBezTo>
                  <a:pt x="1903193" y="110462"/>
                  <a:pt x="1915861" y="113755"/>
                  <a:pt x="1926596" y="120339"/>
                </a:cubicBezTo>
                <a:cubicBezTo>
                  <a:pt x="1937416" y="126833"/>
                  <a:pt x="1945808" y="135943"/>
                  <a:pt x="1951761" y="147669"/>
                </a:cubicBezTo>
                <a:cubicBezTo>
                  <a:pt x="1957809" y="159305"/>
                  <a:pt x="1960781" y="172925"/>
                  <a:pt x="1960695" y="188530"/>
                </a:cubicBezTo>
                <a:lnTo>
                  <a:pt x="1960695" y="320986"/>
                </a:lnTo>
                <a:lnTo>
                  <a:pt x="1894535" y="320986"/>
                </a:lnTo>
                <a:lnTo>
                  <a:pt x="1894535" y="201518"/>
                </a:lnTo>
                <a:cubicBezTo>
                  <a:pt x="1894621" y="189973"/>
                  <a:pt x="1891687" y="180953"/>
                  <a:pt x="1885734" y="174458"/>
                </a:cubicBezTo>
                <a:cubicBezTo>
                  <a:pt x="1879876" y="167964"/>
                  <a:pt x="1871713" y="164717"/>
                  <a:pt x="1861245" y="164717"/>
                </a:cubicBezTo>
                <a:cubicBezTo>
                  <a:pt x="1854301" y="164717"/>
                  <a:pt x="1848167" y="166250"/>
                  <a:pt x="1842843" y="169317"/>
                </a:cubicBezTo>
                <a:cubicBezTo>
                  <a:pt x="1837613" y="172293"/>
                  <a:pt x="1833556" y="176578"/>
                  <a:pt x="1830670" y="182170"/>
                </a:cubicBezTo>
                <a:cubicBezTo>
                  <a:pt x="1827869" y="187763"/>
                  <a:pt x="1826431" y="194528"/>
                  <a:pt x="1826345" y="202465"/>
                </a:cubicBezTo>
                <a:lnTo>
                  <a:pt x="1826345" y="320986"/>
                </a:lnTo>
                <a:lnTo>
                  <a:pt x="1760175" y="320986"/>
                </a:lnTo>
                <a:lnTo>
                  <a:pt x="1760175" y="113168"/>
                </a:lnTo>
                <a:lnTo>
                  <a:pt x="1823097" y="113168"/>
                </a:lnTo>
                <a:lnTo>
                  <a:pt x="1823097" y="151322"/>
                </a:lnTo>
                <a:lnTo>
                  <a:pt x="1825393" y="151322"/>
                </a:lnTo>
                <a:cubicBezTo>
                  <a:pt x="1829993" y="138604"/>
                  <a:pt x="1837842" y="128638"/>
                  <a:pt x="1848939" y="121421"/>
                </a:cubicBezTo>
                <a:cubicBezTo>
                  <a:pt x="1860026" y="114115"/>
                  <a:pt x="1873246" y="110462"/>
                  <a:pt x="1888582" y="110462"/>
                </a:cubicBezTo>
                <a:close/>
                <a:moveTo>
                  <a:pt x="1646770" y="110462"/>
                </a:moveTo>
                <a:cubicBezTo>
                  <a:pt x="1660029" y="110462"/>
                  <a:pt x="1672250" y="112040"/>
                  <a:pt x="1683442" y="115198"/>
                </a:cubicBezTo>
                <a:cubicBezTo>
                  <a:pt x="1694624" y="118265"/>
                  <a:pt x="1704368" y="122774"/>
                  <a:pt x="1712664" y="128727"/>
                </a:cubicBezTo>
                <a:cubicBezTo>
                  <a:pt x="1720961" y="134591"/>
                  <a:pt x="1727361" y="141806"/>
                  <a:pt x="1731876" y="150375"/>
                </a:cubicBezTo>
                <a:cubicBezTo>
                  <a:pt x="1736477" y="158944"/>
                  <a:pt x="1738772" y="168731"/>
                  <a:pt x="1738772" y="179735"/>
                </a:cubicBezTo>
                <a:lnTo>
                  <a:pt x="1738772" y="320986"/>
                </a:lnTo>
                <a:lnTo>
                  <a:pt x="1676536" y="320986"/>
                </a:lnTo>
                <a:lnTo>
                  <a:pt x="1676536" y="292032"/>
                </a:lnTo>
                <a:lnTo>
                  <a:pt x="1674917" y="292032"/>
                </a:lnTo>
                <a:cubicBezTo>
                  <a:pt x="1671221" y="299068"/>
                  <a:pt x="1666478" y="305021"/>
                  <a:pt x="1660705" y="309892"/>
                </a:cubicBezTo>
                <a:cubicBezTo>
                  <a:pt x="1655029" y="314763"/>
                  <a:pt x="1648304" y="318416"/>
                  <a:pt x="1640551" y="320851"/>
                </a:cubicBezTo>
                <a:cubicBezTo>
                  <a:pt x="1632883" y="323287"/>
                  <a:pt x="1624225" y="324504"/>
                  <a:pt x="1614576" y="324504"/>
                </a:cubicBezTo>
                <a:cubicBezTo>
                  <a:pt x="1601317" y="324504"/>
                  <a:pt x="1589544" y="322294"/>
                  <a:pt x="1579257" y="317875"/>
                </a:cubicBezTo>
                <a:cubicBezTo>
                  <a:pt x="1569066" y="313364"/>
                  <a:pt x="1560998" y="306600"/>
                  <a:pt x="1555045" y="297580"/>
                </a:cubicBezTo>
                <a:cubicBezTo>
                  <a:pt x="1549177" y="288470"/>
                  <a:pt x="1546244" y="277060"/>
                  <a:pt x="1546244" y="263350"/>
                </a:cubicBezTo>
                <a:cubicBezTo>
                  <a:pt x="1546244" y="251803"/>
                  <a:pt x="1548272" y="242062"/>
                  <a:pt x="1552330" y="234125"/>
                </a:cubicBezTo>
                <a:cubicBezTo>
                  <a:pt x="1556397" y="226187"/>
                  <a:pt x="1561988" y="219738"/>
                  <a:pt x="1569113" y="214777"/>
                </a:cubicBezTo>
                <a:cubicBezTo>
                  <a:pt x="1576238" y="209816"/>
                  <a:pt x="1584448" y="206073"/>
                  <a:pt x="1593735" y="203548"/>
                </a:cubicBezTo>
                <a:cubicBezTo>
                  <a:pt x="1603022" y="200931"/>
                  <a:pt x="1612947" y="199173"/>
                  <a:pt x="1623501" y="198271"/>
                </a:cubicBezTo>
                <a:cubicBezTo>
                  <a:pt x="1635321" y="197188"/>
                  <a:pt x="1644837" y="196061"/>
                  <a:pt x="1652047" y="194889"/>
                </a:cubicBezTo>
                <a:cubicBezTo>
                  <a:pt x="1659267" y="193626"/>
                  <a:pt x="1664497" y="191866"/>
                  <a:pt x="1667745" y="189612"/>
                </a:cubicBezTo>
                <a:cubicBezTo>
                  <a:pt x="1671078" y="187267"/>
                  <a:pt x="1672755" y="183974"/>
                  <a:pt x="1672755" y="179735"/>
                </a:cubicBezTo>
                <a:lnTo>
                  <a:pt x="1672755" y="179058"/>
                </a:lnTo>
                <a:cubicBezTo>
                  <a:pt x="1672755" y="172113"/>
                  <a:pt x="1670364" y="166746"/>
                  <a:pt x="1665582" y="162958"/>
                </a:cubicBezTo>
                <a:cubicBezTo>
                  <a:pt x="1660801" y="159170"/>
                  <a:pt x="1654352" y="157275"/>
                  <a:pt x="1646228" y="157275"/>
                </a:cubicBezTo>
                <a:cubicBezTo>
                  <a:pt x="1637484" y="157275"/>
                  <a:pt x="1630445" y="159170"/>
                  <a:pt x="1625130" y="162958"/>
                </a:cubicBezTo>
                <a:cubicBezTo>
                  <a:pt x="1619805" y="166746"/>
                  <a:pt x="1616424" y="171978"/>
                  <a:pt x="1614976" y="178652"/>
                </a:cubicBezTo>
                <a:lnTo>
                  <a:pt x="1553959" y="176487"/>
                </a:lnTo>
                <a:cubicBezTo>
                  <a:pt x="1555759" y="163860"/>
                  <a:pt x="1560407" y="152585"/>
                  <a:pt x="1567894" y="142663"/>
                </a:cubicBezTo>
                <a:cubicBezTo>
                  <a:pt x="1575466" y="132651"/>
                  <a:pt x="1585839" y="124804"/>
                  <a:pt x="1599012" y="119121"/>
                </a:cubicBezTo>
                <a:cubicBezTo>
                  <a:pt x="1612271" y="113349"/>
                  <a:pt x="1628187" y="110462"/>
                  <a:pt x="1646770" y="110462"/>
                </a:cubicBezTo>
                <a:close/>
                <a:moveTo>
                  <a:pt x="1457699" y="110462"/>
                </a:moveTo>
                <a:cubicBezTo>
                  <a:pt x="1472130" y="110462"/>
                  <a:pt x="1485617" y="114251"/>
                  <a:pt x="1498152" y="121827"/>
                </a:cubicBezTo>
                <a:cubicBezTo>
                  <a:pt x="1510782" y="129404"/>
                  <a:pt x="1520974" y="141085"/>
                  <a:pt x="1528727" y="156870"/>
                </a:cubicBezTo>
                <a:cubicBezTo>
                  <a:pt x="1536490" y="172654"/>
                  <a:pt x="1540367" y="192768"/>
                  <a:pt x="1540367" y="217212"/>
                </a:cubicBezTo>
                <a:cubicBezTo>
                  <a:pt x="1540367" y="240754"/>
                  <a:pt x="1536623" y="260463"/>
                  <a:pt x="1529137" y="276338"/>
                </a:cubicBezTo>
                <a:cubicBezTo>
                  <a:pt x="1521745" y="292213"/>
                  <a:pt x="1511725" y="304119"/>
                  <a:pt x="1499104" y="312057"/>
                </a:cubicBezTo>
                <a:cubicBezTo>
                  <a:pt x="1486560" y="319994"/>
                  <a:pt x="1472625" y="323963"/>
                  <a:pt x="1457290" y="323963"/>
                </a:cubicBezTo>
                <a:cubicBezTo>
                  <a:pt x="1446831" y="323963"/>
                  <a:pt x="1437763" y="322249"/>
                  <a:pt x="1430096" y="318821"/>
                </a:cubicBezTo>
                <a:cubicBezTo>
                  <a:pt x="1422428" y="315394"/>
                  <a:pt x="1415980" y="310884"/>
                  <a:pt x="1410750" y="305292"/>
                </a:cubicBezTo>
                <a:cubicBezTo>
                  <a:pt x="1405607" y="299700"/>
                  <a:pt x="1401644" y="293701"/>
                  <a:pt x="1398844" y="287297"/>
                </a:cubicBezTo>
                <a:lnTo>
                  <a:pt x="1397492" y="287297"/>
                </a:lnTo>
                <a:lnTo>
                  <a:pt x="1397492" y="398918"/>
                </a:lnTo>
                <a:lnTo>
                  <a:pt x="1331331" y="398918"/>
                </a:lnTo>
                <a:lnTo>
                  <a:pt x="1331331" y="113168"/>
                </a:lnTo>
                <a:lnTo>
                  <a:pt x="1396815" y="113168"/>
                </a:lnTo>
                <a:lnTo>
                  <a:pt x="1396815" y="148751"/>
                </a:lnTo>
                <a:lnTo>
                  <a:pt x="1398844" y="148751"/>
                </a:lnTo>
                <a:cubicBezTo>
                  <a:pt x="1401549" y="142437"/>
                  <a:pt x="1405388" y="136349"/>
                  <a:pt x="1410350" y="130486"/>
                </a:cubicBezTo>
                <a:cubicBezTo>
                  <a:pt x="1415399" y="124624"/>
                  <a:pt x="1421800" y="119843"/>
                  <a:pt x="1429562" y="116145"/>
                </a:cubicBezTo>
                <a:cubicBezTo>
                  <a:pt x="1437401" y="112356"/>
                  <a:pt x="1446783" y="110462"/>
                  <a:pt x="1457699" y="110462"/>
                </a:cubicBezTo>
                <a:close/>
                <a:moveTo>
                  <a:pt x="1121591" y="110462"/>
                </a:moveTo>
                <a:cubicBezTo>
                  <a:pt x="1136021" y="110462"/>
                  <a:pt x="1148384" y="114160"/>
                  <a:pt x="1158662" y="121557"/>
                </a:cubicBezTo>
                <a:cubicBezTo>
                  <a:pt x="1168949" y="128953"/>
                  <a:pt x="1175483" y="138875"/>
                  <a:pt x="1178283" y="151322"/>
                </a:cubicBezTo>
                <a:lnTo>
                  <a:pt x="1180445" y="151322"/>
                </a:lnTo>
                <a:cubicBezTo>
                  <a:pt x="1184322" y="138965"/>
                  <a:pt x="1191904" y="129088"/>
                  <a:pt x="1203182" y="121692"/>
                </a:cubicBezTo>
                <a:cubicBezTo>
                  <a:pt x="1214450" y="114205"/>
                  <a:pt x="1227756" y="110462"/>
                  <a:pt x="1243091" y="110462"/>
                </a:cubicBezTo>
                <a:cubicBezTo>
                  <a:pt x="1262751" y="110462"/>
                  <a:pt x="1278715" y="116776"/>
                  <a:pt x="1290983" y="129404"/>
                </a:cubicBezTo>
                <a:cubicBezTo>
                  <a:pt x="1303251" y="141942"/>
                  <a:pt x="1309385" y="159170"/>
                  <a:pt x="1309385" y="181088"/>
                </a:cubicBezTo>
                <a:lnTo>
                  <a:pt x="1309385" y="320986"/>
                </a:lnTo>
                <a:lnTo>
                  <a:pt x="1243225" y="320986"/>
                </a:lnTo>
                <a:lnTo>
                  <a:pt x="1243225" y="196241"/>
                </a:lnTo>
                <a:cubicBezTo>
                  <a:pt x="1243225" y="185868"/>
                  <a:pt x="1240567" y="177976"/>
                  <a:pt x="1235243" y="172564"/>
                </a:cubicBezTo>
                <a:cubicBezTo>
                  <a:pt x="1229918" y="167062"/>
                  <a:pt x="1223022" y="164311"/>
                  <a:pt x="1214545" y="164311"/>
                </a:cubicBezTo>
                <a:cubicBezTo>
                  <a:pt x="1205430" y="164311"/>
                  <a:pt x="1198257" y="167287"/>
                  <a:pt x="1193028" y="173240"/>
                </a:cubicBezTo>
                <a:cubicBezTo>
                  <a:pt x="1187885" y="179104"/>
                  <a:pt x="1185322" y="186996"/>
                  <a:pt x="1185322" y="196917"/>
                </a:cubicBezTo>
                <a:lnTo>
                  <a:pt x="1185322" y="320986"/>
                </a:lnTo>
                <a:lnTo>
                  <a:pt x="1121724" y="320986"/>
                </a:lnTo>
                <a:lnTo>
                  <a:pt x="1121724" y="195565"/>
                </a:lnTo>
                <a:cubicBezTo>
                  <a:pt x="1121724" y="185913"/>
                  <a:pt x="1119114" y="178291"/>
                  <a:pt x="1113885" y="172699"/>
                </a:cubicBezTo>
                <a:cubicBezTo>
                  <a:pt x="1108646" y="167107"/>
                  <a:pt x="1101750" y="164311"/>
                  <a:pt x="1093177" y="164311"/>
                </a:cubicBezTo>
                <a:cubicBezTo>
                  <a:pt x="1087405" y="164311"/>
                  <a:pt x="1082309" y="165709"/>
                  <a:pt x="1077890" y="168505"/>
                </a:cubicBezTo>
                <a:cubicBezTo>
                  <a:pt x="1073470" y="171211"/>
                  <a:pt x="1069994" y="175090"/>
                  <a:pt x="1067469" y="180141"/>
                </a:cubicBezTo>
                <a:cubicBezTo>
                  <a:pt x="1065041" y="185192"/>
                  <a:pt x="1063821" y="191145"/>
                  <a:pt x="1063821" y="198000"/>
                </a:cubicBezTo>
                <a:lnTo>
                  <a:pt x="1063821" y="320986"/>
                </a:lnTo>
                <a:lnTo>
                  <a:pt x="997661" y="320986"/>
                </a:lnTo>
                <a:lnTo>
                  <a:pt x="997661" y="113168"/>
                </a:lnTo>
                <a:lnTo>
                  <a:pt x="1060573" y="113168"/>
                </a:lnTo>
                <a:lnTo>
                  <a:pt x="1060573" y="151322"/>
                </a:lnTo>
                <a:lnTo>
                  <a:pt x="1062869" y="151322"/>
                </a:lnTo>
                <a:cubicBezTo>
                  <a:pt x="1067203" y="138694"/>
                  <a:pt x="1074508" y="128727"/>
                  <a:pt x="1084795" y="121421"/>
                </a:cubicBezTo>
                <a:cubicBezTo>
                  <a:pt x="1095073" y="114115"/>
                  <a:pt x="1107341" y="110462"/>
                  <a:pt x="1121591" y="110462"/>
                </a:cubicBezTo>
                <a:close/>
                <a:moveTo>
                  <a:pt x="877825" y="110462"/>
                </a:moveTo>
                <a:cubicBezTo>
                  <a:pt x="899653" y="110462"/>
                  <a:pt x="918370" y="114972"/>
                  <a:pt x="933977" y="123992"/>
                </a:cubicBezTo>
                <a:cubicBezTo>
                  <a:pt x="949664" y="132922"/>
                  <a:pt x="961713" y="145460"/>
                  <a:pt x="970095" y="161604"/>
                </a:cubicBezTo>
                <a:cubicBezTo>
                  <a:pt x="978573" y="177661"/>
                  <a:pt x="982821" y="196376"/>
                  <a:pt x="982821" y="217753"/>
                </a:cubicBezTo>
                <a:cubicBezTo>
                  <a:pt x="982821" y="239041"/>
                  <a:pt x="978573" y="257756"/>
                  <a:pt x="970095" y="273902"/>
                </a:cubicBezTo>
                <a:cubicBezTo>
                  <a:pt x="961713" y="289958"/>
                  <a:pt x="949664" y="302495"/>
                  <a:pt x="933977" y="311516"/>
                </a:cubicBezTo>
                <a:cubicBezTo>
                  <a:pt x="918370" y="320445"/>
                  <a:pt x="899653" y="324910"/>
                  <a:pt x="877825" y="324910"/>
                </a:cubicBezTo>
                <a:cubicBezTo>
                  <a:pt x="855997" y="324910"/>
                  <a:pt x="837236" y="320445"/>
                  <a:pt x="821541" y="311516"/>
                </a:cubicBezTo>
                <a:cubicBezTo>
                  <a:pt x="805937" y="302495"/>
                  <a:pt x="793895" y="289958"/>
                  <a:pt x="785416" y="273902"/>
                </a:cubicBezTo>
                <a:cubicBezTo>
                  <a:pt x="777027" y="257756"/>
                  <a:pt x="772834" y="239041"/>
                  <a:pt x="772834" y="217753"/>
                </a:cubicBezTo>
                <a:cubicBezTo>
                  <a:pt x="772834" y="196376"/>
                  <a:pt x="777027" y="177661"/>
                  <a:pt x="785416" y="161604"/>
                </a:cubicBezTo>
                <a:cubicBezTo>
                  <a:pt x="793895" y="145460"/>
                  <a:pt x="805937" y="132922"/>
                  <a:pt x="821541" y="123992"/>
                </a:cubicBezTo>
                <a:cubicBezTo>
                  <a:pt x="837236" y="114972"/>
                  <a:pt x="855997" y="110462"/>
                  <a:pt x="877825" y="110462"/>
                </a:cubicBezTo>
                <a:close/>
                <a:moveTo>
                  <a:pt x="638422" y="40107"/>
                </a:moveTo>
                <a:cubicBezTo>
                  <a:pt x="655199" y="40107"/>
                  <a:pt x="670713" y="42452"/>
                  <a:pt x="684964" y="47143"/>
                </a:cubicBezTo>
                <a:cubicBezTo>
                  <a:pt x="699216" y="51743"/>
                  <a:pt x="711754" y="58508"/>
                  <a:pt x="722577" y="67437"/>
                </a:cubicBezTo>
                <a:cubicBezTo>
                  <a:pt x="733401" y="76277"/>
                  <a:pt x="742195" y="87146"/>
                  <a:pt x="748960" y="100044"/>
                </a:cubicBezTo>
                <a:cubicBezTo>
                  <a:pt x="755725" y="112942"/>
                  <a:pt x="759920" y="127690"/>
                  <a:pt x="761543" y="144287"/>
                </a:cubicBezTo>
                <a:lnTo>
                  <a:pt x="693894" y="144287"/>
                </a:lnTo>
                <a:cubicBezTo>
                  <a:pt x="692992" y="137341"/>
                  <a:pt x="691142" y="131073"/>
                  <a:pt x="688347" y="125480"/>
                </a:cubicBezTo>
                <a:cubicBezTo>
                  <a:pt x="685550" y="119888"/>
                  <a:pt x="681853" y="115107"/>
                  <a:pt x="677252" y="111139"/>
                </a:cubicBezTo>
                <a:cubicBezTo>
                  <a:pt x="672652" y="107170"/>
                  <a:pt x="667195" y="104148"/>
                  <a:pt x="660881" y="102073"/>
                </a:cubicBezTo>
                <a:cubicBezTo>
                  <a:pt x="654657" y="99909"/>
                  <a:pt x="647757" y="98826"/>
                  <a:pt x="640181" y="98826"/>
                </a:cubicBezTo>
                <a:cubicBezTo>
                  <a:pt x="626741" y="98826"/>
                  <a:pt x="615150" y="102119"/>
                  <a:pt x="605409" y="108704"/>
                </a:cubicBezTo>
                <a:cubicBezTo>
                  <a:pt x="595757" y="115288"/>
                  <a:pt x="588316" y="124804"/>
                  <a:pt x="583084" y="137251"/>
                </a:cubicBezTo>
                <a:cubicBezTo>
                  <a:pt x="577943" y="149698"/>
                  <a:pt x="575373" y="164762"/>
                  <a:pt x="575373" y="182440"/>
                </a:cubicBezTo>
                <a:cubicBezTo>
                  <a:pt x="575373" y="200842"/>
                  <a:pt x="577988" y="216266"/>
                  <a:pt x="583219" y="228713"/>
                </a:cubicBezTo>
                <a:cubicBezTo>
                  <a:pt x="588542" y="241070"/>
                  <a:pt x="595983" y="250406"/>
                  <a:pt x="605544" y="256719"/>
                </a:cubicBezTo>
                <a:cubicBezTo>
                  <a:pt x="615196" y="262943"/>
                  <a:pt x="626606" y="266056"/>
                  <a:pt x="639774" y="266056"/>
                </a:cubicBezTo>
                <a:cubicBezTo>
                  <a:pt x="647171" y="266056"/>
                  <a:pt x="653891" y="265108"/>
                  <a:pt x="659934" y="263214"/>
                </a:cubicBezTo>
                <a:cubicBezTo>
                  <a:pt x="666068" y="261320"/>
                  <a:pt x="671434" y="258569"/>
                  <a:pt x="676035" y="254961"/>
                </a:cubicBezTo>
                <a:cubicBezTo>
                  <a:pt x="680725" y="251262"/>
                  <a:pt x="684559" y="246798"/>
                  <a:pt x="687535" y="241566"/>
                </a:cubicBezTo>
                <a:cubicBezTo>
                  <a:pt x="690601" y="236244"/>
                  <a:pt x="692722" y="230246"/>
                  <a:pt x="693894" y="223571"/>
                </a:cubicBezTo>
                <a:lnTo>
                  <a:pt x="761543" y="223977"/>
                </a:lnTo>
                <a:cubicBezTo>
                  <a:pt x="760370" y="236244"/>
                  <a:pt x="756808" y="248332"/>
                  <a:pt x="750855" y="260238"/>
                </a:cubicBezTo>
                <a:cubicBezTo>
                  <a:pt x="744991" y="272144"/>
                  <a:pt x="736919" y="283013"/>
                  <a:pt x="726636" y="292845"/>
                </a:cubicBezTo>
                <a:cubicBezTo>
                  <a:pt x="716353" y="302586"/>
                  <a:pt x="703815" y="310343"/>
                  <a:pt x="689023" y="316115"/>
                </a:cubicBezTo>
                <a:cubicBezTo>
                  <a:pt x="674320" y="321888"/>
                  <a:pt x="657453" y="324774"/>
                  <a:pt x="638422" y="324774"/>
                </a:cubicBezTo>
                <a:cubicBezTo>
                  <a:pt x="613346" y="324774"/>
                  <a:pt x="590887" y="319273"/>
                  <a:pt x="571043" y="308269"/>
                </a:cubicBezTo>
                <a:cubicBezTo>
                  <a:pt x="551290" y="297174"/>
                  <a:pt x="535685" y="281028"/>
                  <a:pt x="524230" y="259831"/>
                </a:cubicBezTo>
                <a:cubicBezTo>
                  <a:pt x="512774" y="238635"/>
                  <a:pt x="507047" y="212838"/>
                  <a:pt x="507047" y="182440"/>
                </a:cubicBezTo>
                <a:cubicBezTo>
                  <a:pt x="507047" y="151954"/>
                  <a:pt x="512865" y="126111"/>
                  <a:pt x="524501" y="104915"/>
                </a:cubicBezTo>
                <a:cubicBezTo>
                  <a:pt x="536136" y="83719"/>
                  <a:pt x="551875" y="67617"/>
                  <a:pt x="571720" y="56613"/>
                </a:cubicBezTo>
                <a:cubicBezTo>
                  <a:pt x="591563" y="45609"/>
                  <a:pt x="613798" y="40107"/>
                  <a:pt x="638422" y="40107"/>
                </a:cubicBezTo>
                <a:close/>
                <a:moveTo>
                  <a:pt x="173334" y="388"/>
                </a:moveTo>
                <a:cubicBezTo>
                  <a:pt x="186670" y="2248"/>
                  <a:pt x="197402" y="11984"/>
                  <a:pt x="203201" y="23874"/>
                </a:cubicBezTo>
                <a:cubicBezTo>
                  <a:pt x="214933" y="47918"/>
                  <a:pt x="211403" y="79576"/>
                  <a:pt x="207884" y="106674"/>
                </a:cubicBezTo>
                <a:cubicBezTo>
                  <a:pt x="204763" y="130701"/>
                  <a:pt x="203452" y="154195"/>
                  <a:pt x="205931" y="178674"/>
                </a:cubicBezTo>
                <a:cubicBezTo>
                  <a:pt x="221741" y="163892"/>
                  <a:pt x="234810" y="148167"/>
                  <a:pt x="245788" y="130013"/>
                </a:cubicBezTo>
                <a:cubicBezTo>
                  <a:pt x="255305" y="114275"/>
                  <a:pt x="264514" y="99287"/>
                  <a:pt x="275688" y="84730"/>
                </a:cubicBezTo>
                <a:cubicBezTo>
                  <a:pt x="295615" y="58793"/>
                  <a:pt x="331178" y="44782"/>
                  <a:pt x="354140" y="66519"/>
                </a:cubicBezTo>
                <a:cubicBezTo>
                  <a:pt x="366138" y="77877"/>
                  <a:pt x="368405" y="94413"/>
                  <a:pt x="361481" y="109150"/>
                </a:cubicBezTo>
                <a:cubicBezTo>
                  <a:pt x="356496" y="119751"/>
                  <a:pt x="348431" y="127338"/>
                  <a:pt x="338417" y="133682"/>
                </a:cubicBezTo>
                <a:cubicBezTo>
                  <a:pt x="299555" y="158314"/>
                  <a:pt x="257847" y="168744"/>
                  <a:pt x="219060" y="194763"/>
                </a:cubicBezTo>
                <a:cubicBezTo>
                  <a:pt x="262060" y="207233"/>
                  <a:pt x="302501" y="197602"/>
                  <a:pt x="346051" y="205287"/>
                </a:cubicBezTo>
                <a:cubicBezTo>
                  <a:pt x="359029" y="207580"/>
                  <a:pt x="370824" y="211988"/>
                  <a:pt x="380609" y="220765"/>
                </a:cubicBezTo>
                <a:cubicBezTo>
                  <a:pt x="390125" y="229305"/>
                  <a:pt x="396469" y="241297"/>
                  <a:pt x="394527" y="254303"/>
                </a:cubicBezTo>
                <a:cubicBezTo>
                  <a:pt x="391541" y="274329"/>
                  <a:pt x="373826" y="287861"/>
                  <a:pt x="353821" y="287105"/>
                </a:cubicBezTo>
                <a:cubicBezTo>
                  <a:pt x="338567" y="286536"/>
                  <a:pt x="324021" y="283032"/>
                  <a:pt x="311392" y="274570"/>
                </a:cubicBezTo>
                <a:lnTo>
                  <a:pt x="277726" y="252008"/>
                </a:lnTo>
                <a:cubicBezTo>
                  <a:pt x="257760" y="236529"/>
                  <a:pt x="236851" y="223551"/>
                  <a:pt x="212863" y="213786"/>
                </a:cubicBezTo>
                <a:cubicBezTo>
                  <a:pt x="218022" y="235690"/>
                  <a:pt x="226890" y="254326"/>
                  <a:pt x="237229" y="273082"/>
                </a:cubicBezTo>
                <a:cubicBezTo>
                  <a:pt x="248840" y="294146"/>
                  <a:pt x="268664" y="330703"/>
                  <a:pt x="269581" y="351281"/>
                </a:cubicBezTo>
                <a:cubicBezTo>
                  <a:pt x="270328" y="368047"/>
                  <a:pt x="262802" y="386479"/>
                  <a:pt x="246106" y="393988"/>
                </a:cubicBezTo>
                <a:lnTo>
                  <a:pt x="246123" y="394009"/>
                </a:lnTo>
                <a:cubicBezTo>
                  <a:pt x="229900" y="401309"/>
                  <a:pt x="210298" y="395495"/>
                  <a:pt x="198604" y="383786"/>
                </a:cubicBezTo>
                <a:cubicBezTo>
                  <a:pt x="184847" y="370016"/>
                  <a:pt x="184037" y="333452"/>
                  <a:pt x="186930" y="312064"/>
                </a:cubicBezTo>
                <a:lnTo>
                  <a:pt x="191644" y="277111"/>
                </a:lnTo>
                <a:cubicBezTo>
                  <a:pt x="194287" y="257526"/>
                  <a:pt x="194809" y="238559"/>
                  <a:pt x="191992" y="218052"/>
                </a:cubicBezTo>
                <a:cubicBezTo>
                  <a:pt x="173570" y="235277"/>
                  <a:pt x="158986" y="253976"/>
                  <a:pt x="146020" y="274836"/>
                </a:cubicBezTo>
                <a:cubicBezTo>
                  <a:pt x="136006" y="290953"/>
                  <a:pt x="126016" y="306071"/>
                  <a:pt x="113756" y="320504"/>
                </a:cubicBezTo>
                <a:cubicBezTo>
                  <a:pt x="107152" y="328281"/>
                  <a:pt x="99665" y="334654"/>
                  <a:pt x="90341" y="338935"/>
                </a:cubicBezTo>
                <a:cubicBezTo>
                  <a:pt x="74347" y="346272"/>
                  <a:pt x="55558" y="343990"/>
                  <a:pt x="42703" y="332486"/>
                </a:cubicBezTo>
                <a:cubicBezTo>
                  <a:pt x="32867" y="323684"/>
                  <a:pt x="29361" y="311880"/>
                  <a:pt x="32856" y="299410"/>
                </a:cubicBezTo>
                <a:cubicBezTo>
                  <a:pt x="35788" y="288932"/>
                  <a:pt x="40995" y="279759"/>
                  <a:pt x="48816" y="271999"/>
                </a:cubicBezTo>
                <a:cubicBezTo>
                  <a:pt x="56637" y="264238"/>
                  <a:pt x="64390" y="258269"/>
                  <a:pt x="74047" y="253899"/>
                </a:cubicBezTo>
                <a:lnTo>
                  <a:pt x="112286" y="236591"/>
                </a:lnTo>
                <a:cubicBezTo>
                  <a:pt x="134459" y="226552"/>
                  <a:pt x="156171" y="217129"/>
                  <a:pt x="177023" y="203107"/>
                </a:cubicBezTo>
                <a:cubicBezTo>
                  <a:pt x="130757" y="189762"/>
                  <a:pt x="75788" y="200667"/>
                  <a:pt x="34342" y="189387"/>
                </a:cubicBezTo>
                <a:cubicBezTo>
                  <a:pt x="19195" y="185266"/>
                  <a:pt x="7530" y="173937"/>
                  <a:pt x="2195" y="160436"/>
                </a:cubicBezTo>
                <a:cubicBezTo>
                  <a:pt x="-6235" y="139108"/>
                  <a:pt x="10629" y="114031"/>
                  <a:pt x="35442" y="111700"/>
                </a:cubicBezTo>
                <a:cubicBezTo>
                  <a:pt x="71031" y="108367"/>
                  <a:pt x="99045" y="131096"/>
                  <a:pt x="126906" y="151097"/>
                </a:cubicBezTo>
                <a:cubicBezTo>
                  <a:pt x="144936" y="164035"/>
                  <a:pt x="163360" y="175189"/>
                  <a:pt x="185089" y="182501"/>
                </a:cubicBezTo>
                <a:cubicBezTo>
                  <a:pt x="179560" y="160787"/>
                  <a:pt x="171367" y="142135"/>
                  <a:pt x="160623" y="123937"/>
                </a:cubicBezTo>
                <a:cubicBezTo>
                  <a:pt x="151216" y="108014"/>
                  <a:pt x="142020" y="92867"/>
                  <a:pt x="134370" y="76024"/>
                </a:cubicBezTo>
                <a:cubicBezTo>
                  <a:pt x="128924" y="64030"/>
                  <a:pt x="126206" y="51838"/>
                  <a:pt x="127306" y="38705"/>
                </a:cubicBezTo>
                <a:cubicBezTo>
                  <a:pt x="129270" y="15210"/>
                  <a:pt x="149618" y="-2908"/>
                  <a:pt x="173334" y="388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13201926-F9F4-32E6-7D48-074AC3AC5D43}"/>
              </a:ext>
            </a:extLst>
          </p:cNvPr>
          <p:cNvSpPr>
            <a:spLocks noChangeAspect="1"/>
          </p:cNvSpPr>
          <p:nvPr/>
        </p:nvSpPr>
        <p:spPr>
          <a:xfrm>
            <a:off x="3746795" y="4090452"/>
            <a:ext cx="1798975" cy="329685"/>
          </a:xfrm>
          <a:custGeom>
            <a:avLst/>
            <a:gdLst>
              <a:gd name="csX0" fmla="*/ 1673155 w 2176760"/>
              <a:gd name="csY0" fmla="*/ 227360 h 398918"/>
              <a:gd name="csX1" fmla="*/ 1666259 w 2176760"/>
              <a:gd name="csY1" fmla="*/ 230065 h 398918"/>
              <a:gd name="csX2" fmla="*/ 1657600 w 2176760"/>
              <a:gd name="csY2" fmla="*/ 232366 h 398918"/>
              <a:gd name="csX3" fmla="*/ 1647856 w 2176760"/>
              <a:gd name="csY3" fmla="*/ 234260 h 398918"/>
              <a:gd name="csX4" fmla="*/ 1638246 w 2176760"/>
              <a:gd name="csY4" fmla="*/ 235748 h 398918"/>
              <a:gd name="csX5" fmla="*/ 1622282 w 2176760"/>
              <a:gd name="csY5" fmla="*/ 240349 h 398918"/>
              <a:gd name="csX6" fmla="*/ 1612271 w 2176760"/>
              <a:gd name="csY6" fmla="*/ 248467 h 398918"/>
              <a:gd name="csX7" fmla="*/ 1608890 w 2176760"/>
              <a:gd name="csY7" fmla="*/ 260103 h 398918"/>
              <a:gd name="csX8" fmla="*/ 1616195 w 2176760"/>
              <a:gd name="csY8" fmla="*/ 275797 h 398918"/>
              <a:gd name="csX9" fmla="*/ 1634998 w 2176760"/>
              <a:gd name="csY9" fmla="*/ 281209 h 398918"/>
              <a:gd name="csX10" fmla="*/ 1654209 w 2176760"/>
              <a:gd name="csY10" fmla="*/ 276879 h 398918"/>
              <a:gd name="csX11" fmla="*/ 1668011 w 2176760"/>
              <a:gd name="csY11" fmla="*/ 264973 h 398918"/>
              <a:gd name="csX12" fmla="*/ 1673155 w 2176760"/>
              <a:gd name="csY12" fmla="*/ 247113 h 398918"/>
              <a:gd name="csX13" fmla="*/ 1434430 w 2176760"/>
              <a:gd name="csY13" fmla="*/ 162146 h 398918"/>
              <a:gd name="csX14" fmla="*/ 1413732 w 2176760"/>
              <a:gd name="csY14" fmla="*/ 168776 h 398918"/>
              <a:gd name="csX15" fmla="*/ 1400606 w 2176760"/>
              <a:gd name="csY15" fmla="*/ 187717 h 398918"/>
              <a:gd name="csX16" fmla="*/ 1396139 w 2176760"/>
              <a:gd name="csY16" fmla="*/ 217077 h 398918"/>
              <a:gd name="csX17" fmla="*/ 1400606 w 2176760"/>
              <a:gd name="csY17" fmla="*/ 246302 h 398918"/>
              <a:gd name="csX18" fmla="*/ 1413732 w 2176760"/>
              <a:gd name="csY18" fmla="*/ 265649 h 398918"/>
              <a:gd name="csX19" fmla="*/ 1434430 w 2176760"/>
              <a:gd name="csY19" fmla="*/ 272415 h 398918"/>
              <a:gd name="csX20" fmla="*/ 1455127 w 2176760"/>
              <a:gd name="csY20" fmla="*/ 265649 h 398918"/>
              <a:gd name="csX21" fmla="*/ 1467986 w 2176760"/>
              <a:gd name="csY21" fmla="*/ 246302 h 398918"/>
              <a:gd name="csX22" fmla="*/ 1472444 w 2176760"/>
              <a:gd name="csY22" fmla="*/ 217077 h 398918"/>
              <a:gd name="csX23" fmla="*/ 1467986 w 2176760"/>
              <a:gd name="csY23" fmla="*/ 187988 h 398918"/>
              <a:gd name="csX24" fmla="*/ 1455127 w 2176760"/>
              <a:gd name="csY24" fmla="*/ 168911 h 398918"/>
              <a:gd name="csX25" fmla="*/ 1434430 w 2176760"/>
              <a:gd name="csY25" fmla="*/ 162146 h 398918"/>
              <a:gd name="csX26" fmla="*/ 878231 w 2176760"/>
              <a:gd name="csY26" fmla="*/ 159440 h 398918"/>
              <a:gd name="csX27" fmla="*/ 857395 w 2176760"/>
              <a:gd name="csY27" fmla="*/ 166746 h 398918"/>
              <a:gd name="csX28" fmla="*/ 844542 w 2176760"/>
              <a:gd name="csY28" fmla="*/ 187041 h 398918"/>
              <a:gd name="csX29" fmla="*/ 840212 w 2176760"/>
              <a:gd name="csY29" fmla="*/ 217348 h 398918"/>
              <a:gd name="csX30" fmla="*/ 844542 w 2176760"/>
              <a:gd name="csY30" fmla="*/ 247384 h 398918"/>
              <a:gd name="csX31" fmla="*/ 857395 w 2176760"/>
              <a:gd name="csY31" fmla="*/ 267679 h 398918"/>
              <a:gd name="csX32" fmla="*/ 878231 w 2176760"/>
              <a:gd name="csY32" fmla="*/ 274985 h 398918"/>
              <a:gd name="csX33" fmla="*/ 898390 w 2176760"/>
              <a:gd name="csY33" fmla="*/ 267679 h 398918"/>
              <a:gd name="csX34" fmla="*/ 910973 w 2176760"/>
              <a:gd name="csY34" fmla="*/ 247384 h 398918"/>
              <a:gd name="csX35" fmla="*/ 915438 w 2176760"/>
              <a:gd name="csY35" fmla="*/ 217348 h 398918"/>
              <a:gd name="csX36" fmla="*/ 910973 w 2176760"/>
              <a:gd name="csY36" fmla="*/ 187041 h 398918"/>
              <a:gd name="csX37" fmla="*/ 898390 w 2176760"/>
              <a:gd name="csY37" fmla="*/ 166746 h 398918"/>
              <a:gd name="csX38" fmla="*/ 878231 w 2176760"/>
              <a:gd name="csY38" fmla="*/ 159440 h 398918"/>
              <a:gd name="csX39" fmla="*/ 1958524 w 2176760"/>
              <a:gd name="csY39" fmla="*/ 113168 h 398918"/>
              <a:gd name="csX40" fmla="*/ 2027789 w 2176760"/>
              <a:gd name="csY40" fmla="*/ 113168 h 398918"/>
              <a:gd name="csX41" fmla="*/ 2066080 w 2176760"/>
              <a:gd name="csY41" fmla="*/ 261455 h 398918"/>
              <a:gd name="csX42" fmla="*/ 2068252 w 2176760"/>
              <a:gd name="csY42" fmla="*/ 261455 h 398918"/>
              <a:gd name="csX43" fmla="*/ 2107076 w 2176760"/>
              <a:gd name="csY43" fmla="*/ 113168 h 398918"/>
              <a:gd name="csX44" fmla="*/ 2176760 w 2176760"/>
              <a:gd name="csY44" fmla="*/ 113168 h 398918"/>
              <a:gd name="csX45" fmla="*/ 2098417 w 2176760"/>
              <a:gd name="csY45" fmla="*/ 340875 h 398918"/>
              <a:gd name="csX46" fmla="*/ 2082320 w 2176760"/>
              <a:gd name="csY46" fmla="*/ 370912 h 398918"/>
              <a:gd name="csX47" fmla="*/ 2055669 w 2176760"/>
              <a:gd name="csY47" fmla="*/ 391477 h 398918"/>
              <a:gd name="csX48" fmla="*/ 2015617 w 2176760"/>
              <a:gd name="csY48" fmla="*/ 398918 h 398918"/>
              <a:gd name="csX49" fmla="*/ 1993157 w 2176760"/>
              <a:gd name="csY49" fmla="*/ 397024 h 398918"/>
              <a:gd name="csX50" fmla="*/ 1975030 w 2176760"/>
              <a:gd name="csY50" fmla="*/ 392289 h 398918"/>
              <a:gd name="csX51" fmla="*/ 1989642 w 2176760"/>
              <a:gd name="csY51" fmla="*/ 344258 h 398918"/>
              <a:gd name="csX52" fmla="*/ 2007225 w 2176760"/>
              <a:gd name="csY52" fmla="*/ 348046 h 398918"/>
              <a:gd name="csX53" fmla="*/ 2020893 w 2176760"/>
              <a:gd name="csY53" fmla="*/ 345475 h 398918"/>
              <a:gd name="csX54" fmla="*/ 2029818 w 2176760"/>
              <a:gd name="csY54" fmla="*/ 334787 h 398918"/>
              <a:gd name="csX55" fmla="*/ 2032390 w 2176760"/>
              <a:gd name="csY55" fmla="*/ 328563 h 398918"/>
              <a:gd name="csX56" fmla="*/ 1888582 w 2176760"/>
              <a:gd name="csY56" fmla="*/ 110462 h 398918"/>
              <a:gd name="csX57" fmla="*/ 1926596 w 2176760"/>
              <a:gd name="csY57" fmla="*/ 120339 h 398918"/>
              <a:gd name="csX58" fmla="*/ 1951761 w 2176760"/>
              <a:gd name="csY58" fmla="*/ 147669 h 398918"/>
              <a:gd name="csX59" fmla="*/ 1960695 w 2176760"/>
              <a:gd name="csY59" fmla="*/ 188530 h 398918"/>
              <a:gd name="csX60" fmla="*/ 1960695 w 2176760"/>
              <a:gd name="csY60" fmla="*/ 320986 h 398918"/>
              <a:gd name="csX61" fmla="*/ 1894535 w 2176760"/>
              <a:gd name="csY61" fmla="*/ 320986 h 398918"/>
              <a:gd name="csX62" fmla="*/ 1894535 w 2176760"/>
              <a:gd name="csY62" fmla="*/ 201518 h 398918"/>
              <a:gd name="csX63" fmla="*/ 1885734 w 2176760"/>
              <a:gd name="csY63" fmla="*/ 174458 h 398918"/>
              <a:gd name="csX64" fmla="*/ 1861245 w 2176760"/>
              <a:gd name="csY64" fmla="*/ 164717 h 398918"/>
              <a:gd name="csX65" fmla="*/ 1842843 w 2176760"/>
              <a:gd name="csY65" fmla="*/ 169317 h 398918"/>
              <a:gd name="csX66" fmla="*/ 1830670 w 2176760"/>
              <a:gd name="csY66" fmla="*/ 182170 h 398918"/>
              <a:gd name="csX67" fmla="*/ 1826345 w 2176760"/>
              <a:gd name="csY67" fmla="*/ 202465 h 398918"/>
              <a:gd name="csX68" fmla="*/ 1826345 w 2176760"/>
              <a:gd name="csY68" fmla="*/ 320986 h 398918"/>
              <a:gd name="csX69" fmla="*/ 1760175 w 2176760"/>
              <a:gd name="csY69" fmla="*/ 320986 h 398918"/>
              <a:gd name="csX70" fmla="*/ 1760175 w 2176760"/>
              <a:gd name="csY70" fmla="*/ 113168 h 398918"/>
              <a:gd name="csX71" fmla="*/ 1823097 w 2176760"/>
              <a:gd name="csY71" fmla="*/ 113168 h 398918"/>
              <a:gd name="csX72" fmla="*/ 1823097 w 2176760"/>
              <a:gd name="csY72" fmla="*/ 151322 h 398918"/>
              <a:gd name="csX73" fmla="*/ 1825393 w 2176760"/>
              <a:gd name="csY73" fmla="*/ 151322 h 398918"/>
              <a:gd name="csX74" fmla="*/ 1848939 w 2176760"/>
              <a:gd name="csY74" fmla="*/ 121421 h 398918"/>
              <a:gd name="csX75" fmla="*/ 1888582 w 2176760"/>
              <a:gd name="csY75" fmla="*/ 110462 h 398918"/>
              <a:gd name="csX76" fmla="*/ 1646770 w 2176760"/>
              <a:gd name="csY76" fmla="*/ 110462 h 398918"/>
              <a:gd name="csX77" fmla="*/ 1683442 w 2176760"/>
              <a:gd name="csY77" fmla="*/ 115198 h 398918"/>
              <a:gd name="csX78" fmla="*/ 1712664 w 2176760"/>
              <a:gd name="csY78" fmla="*/ 128727 h 398918"/>
              <a:gd name="csX79" fmla="*/ 1731876 w 2176760"/>
              <a:gd name="csY79" fmla="*/ 150375 h 398918"/>
              <a:gd name="csX80" fmla="*/ 1738772 w 2176760"/>
              <a:gd name="csY80" fmla="*/ 179735 h 398918"/>
              <a:gd name="csX81" fmla="*/ 1738772 w 2176760"/>
              <a:gd name="csY81" fmla="*/ 320986 h 398918"/>
              <a:gd name="csX82" fmla="*/ 1676536 w 2176760"/>
              <a:gd name="csY82" fmla="*/ 320986 h 398918"/>
              <a:gd name="csX83" fmla="*/ 1676536 w 2176760"/>
              <a:gd name="csY83" fmla="*/ 292032 h 398918"/>
              <a:gd name="csX84" fmla="*/ 1674917 w 2176760"/>
              <a:gd name="csY84" fmla="*/ 292032 h 398918"/>
              <a:gd name="csX85" fmla="*/ 1660705 w 2176760"/>
              <a:gd name="csY85" fmla="*/ 309892 h 398918"/>
              <a:gd name="csX86" fmla="*/ 1640551 w 2176760"/>
              <a:gd name="csY86" fmla="*/ 320851 h 398918"/>
              <a:gd name="csX87" fmla="*/ 1614576 w 2176760"/>
              <a:gd name="csY87" fmla="*/ 324504 h 398918"/>
              <a:gd name="csX88" fmla="*/ 1579257 w 2176760"/>
              <a:gd name="csY88" fmla="*/ 317875 h 398918"/>
              <a:gd name="csX89" fmla="*/ 1555045 w 2176760"/>
              <a:gd name="csY89" fmla="*/ 297580 h 398918"/>
              <a:gd name="csX90" fmla="*/ 1546244 w 2176760"/>
              <a:gd name="csY90" fmla="*/ 263350 h 398918"/>
              <a:gd name="csX91" fmla="*/ 1552330 w 2176760"/>
              <a:gd name="csY91" fmla="*/ 234125 h 398918"/>
              <a:gd name="csX92" fmla="*/ 1569113 w 2176760"/>
              <a:gd name="csY92" fmla="*/ 214777 h 398918"/>
              <a:gd name="csX93" fmla="*/ 1593735 w 2176760"/>
              <a:gd name="csY93" fmla="*/ 203548 h 398918"/>
              <a:gd name="csX94" fmla="*/ 1623501 w 2176760"/>
              <a:gd name="csY94" fmla="*/ 198271 h 398918"/>
              <a:gd name="csX95" fmla="*/ 1652047 w 2176760"/>
              <a:gd name="csY95" fmla="*/ 194889 h 398918"/>
              <a:gd name="csX96" fmla="*/ 1667745 w 2176760"/>
              <a:gd name="csY96" fmla="*/ 189612 h 398918"/>
              <a:gd name="csX97" fmla="*/ 1672755 w 2176760"/>
              <a:gd name="csY97" fmla="*/ 179735 h 398918"/>
              <a:gd name="csX98" fmla="*/ 1672755 w 2176760"/>
              <a:gd name="csY98" fmla="*/ 179058 h 398918"/>
              <a:gd name="csX99" fmla="*/ 1665582 w 2176760"/>
              <a:gd name="csY99" fmla="*/ 162958 h 398918"/>
              <a:gd name="csX100" fmla="*/ 1646228 w 2176760"/>
              <a:gd name="csY100" fmla="*/ 157275 h 398918"/>
              <a:gd name="csX101" fmla="*/ 1625130 w 2176760"/>
              <a:gd name="csY101" fmla="*/ 162958 h 398918"/>
              <a:gd name="csX102" fmla="*/ 1614976 w 2176760"/>
              <a:gd name="csY102" fmla="*/ 178652 h 398918"/>
              <a:gd name="csX103" fmla="*/ 1553959 w 2176760"/>
              <a:gd name="csY103" fmla="*/ 176487 h 398918"/>
              <a:gd name="csX104" fmla="*/ 1567894 w 2176760"/>
              <a:gd name="csY104" fmla="*/ 142663 h 398918"/>
              <a:gd name="csX105" fmla="*/ 1599012 w 2176760"/>
              <a:gd name="csY105" fmla="*/ 119121 h 398918"/>
              <a:gd name="csX106" fmla="*/ 1646770 w 2176760"/>
              <a:gd name="csY106" fmla="*/ 110462 h 398918"/>
              <a:gd name="csX107" fmla="*/ 1457699 w 2176760"/>
              <a:gd name="csY107" fmla="*/ 110462 h 398918"/>
              <a:gd name="csX108" fmla="*/ 1498152 w 2176760"/>
              <a:gd name="csY108" fmla="*/ 121827 h 398918"/>
              <a:gd name="csX109" fmla="*/ 1528727 w 2176760"/>
              <a:gd name="csY109" fmla="*/ 156870 h 398918"/>
              <a:gd name="csX110" fmla="*/ 1540367 w 2176760"/>
              <a:gd name="csY110" fmla="*/ 217212 h 398918"/>
              <a:gd name="csX111" fmla="*/ 1529137 w 2176760"/>
              <a:gd name="csY111" fmla="*/ 276338 h 398918"/>
              <a:gd name="csX112" fmla="*/ 1499104 w 2176760"/>
              <a:gd name="csY112" fmla="*/ 312057 h 398918"/>
              <a:gd name="csX113" fmla="*/ 1457290 w 2176760"/>
              <a:gd name="csY113" fmla="*/ 323963 h 398918"/>
              <a:gd name="csX114" fmla="*/ 1430096 w 2176760"/>
              <a:gd name="csY114" fmla="*/ 318821 h 398918"/>
              <a:gd name="csX115" fmla="*/ 1410750 w 2176760"/>
              <a:gd name="csY115" fmla="*/ 305292 h 398918"/>
              <a:gd name="csX116" fmla="*/ 1398844 w 2176760"/>
              <a:gd name="csY116" fmla="*/ 287297 h 398918"/>
              <a:gd name="csX117" fmla="*/ 1397492 w 2176760"/>
              <a:gd name="csY117" fmla="*/ 287297 h 398918"/>
              <a:gd name="csX118" fmla="*/ 1397492 w 2176760"/>
              <a:gd name="csY118" fmla="*/ 398918 h 398918"/>
              <a:gd name="csX119" fmla="*/ 1331331 w 2176760"/>
              <a:gd name="csY119" fmla="*/ 398918 h 398918"/>
              <a:gd name="csX120" fmla="*/ 1331331 w 2176760"/>
              <a:gd name="csY120" fmla="*/ 113168 h 398918"/>
              <a:gd name="csX121" fmla="*/ 1396815 w 2176760"/>
              <a:gd name="csY121" fmla="*/ 113168 h 398918"/>
              <a:gd name="csX122" fmla="*/ 1396815 w 2176760"/>
              <a:gd name="csY122" fmla="*/ 148751 h 398918"/>
              <a:gd name="csX123" fmla="*/ 1398844 w 2176760"/>
              <a:gd name="csY123" fmla="*/ 148751 h 398918"/>
              <a:gd name="csX124" fmla="*/ 1410350 w 2176760"/>
              <a:gd name="csY124" fmla="*/ 130486 h 398918"/>
              <a:gd name="csX125" fmla="*/ 1429562 w 2176760"/>
              <a:gd name="csY125" fmla="*/ 116145 h 398918"/>
              <a:gd name="csX126" fmla="*/ 1457699 w 2176760"/>
              <a:gd name="csY126" fmla="*/ 110462 h 398918"/>
              <a:gd name="csX127" fmla="*/ 1121591 w 2176760"/>
              <a:gd name="csY127" fmla="*/ 110462 h 398918"/>
              <a:gd name="csX128" fmla="*/ 1158662 w 2176760"/>
              <a:gd name="csY128" fmla="*/ 121557 h 398918"/>
              <a:gd name="csX129" fmla="*/ 1178283 w 2176760"/>
              <a:gd name="csY129" fmla="*/ 151322 h 398918"/>
              <a:gd name="csX130" fmla="*/ 1180445 w 2176760"/>
              <a:gd name="csY130" fmla="*/ 151322 h 398918"/>
              <a:gd name="csX131" fmla="*/ 1203182 w 2176760"/>
              <a:gd name="csY131" fmla="*/ 121692 h 398918"/>
              <a:gd name="csX132" fmla="*/ 1243091 w 2176760"/>
              <a:gd name="csY132" fmla="*/ 110462 h 398918"/>
              <a:gd name="csX133" fmla="*/ 1290983 w 2176760"/>
              <a:gd name="csY133" fmla="*/ 129404 h 398918"/>
              <a:gd name="csX134" fmla="*/ 1309385 w 2176760"/>
              <a:gd name="csY134" fmla="*/ 181088 h 398918"/>
              <a:gd name="csX135" fmla="*/ 1309385 w 2176760"/>
              <a:gd name="csY135" fmla="*/ 320986 h 398918"/>
              <a:gd name="csX136" fmla="*/ 1243225 w 2176760"/>
              <a:gd name="csY136" fmla="*/ 320986 h 398918"/>
              <a:gd name="csX137" fmla="*/ 1243225 w 2176760"/>
              <a:gd name="csY137" fmla="*/ 196241 h 398918"/>
              <a:gd name="csX138" fmla="*/ 1235243 w 2176760"/>
              <a:gd name="csY138" fmla="*/ 172564 h 398918"/>
              <a:gd name="csX139" fmla="*/ 1214545 w 2176760"/>
              <a:gd name="csY139" fmla="*/ 164311 h 398918"/>
              <a:gd name="csX140" fmla="*/ 1193028 w 2176760"/>
              <a:gd name="csY140" fmla="*/ 173240 h 398918"/>
              <a:gd name="csX141" fmla="*/ 1185322 w 2176760"/>
              <a:gd name="csY141" fmla="*/ 196917 h 398918"/>
              <a:gd name="csX142" fmla="*/ 1185322 w 2176760"/>
              <a:gd name="csY142" fmla="*/ 320986 h 398918"/>
              <a:gd name="csX143" fmla="*/ 1121724 w 2176760"/>
              <a:gd name="csY143" fmla="*/ 320986 h 398918"/>
              <a:gd name="csX144" fmla="*/ 1121724 w 2176760"/>
              <a:gd name="csY144" fmla="*/ 195565 h 398918"/>
              <a:gd name="csX145" fmla="*/ 1113885 w 2176760"/>
              <a:gd name="csY145" fmla="*/ 172699 h 398918"/>
              <a:gd name="csX146" fmla="*/ 1093177 w 2176760"/>
              <a:gd name="csY146" fmla="*/ 164311 h 398918"/>
              <a:gd name="csX147" fmla="*/ 1077890 w 2176760"/>
              <a:gd name="csY147" fmla="*/ 168505 h 398918"/>
              <a:gd name="csX148" fmla="*/ 1067469 w 2176760"/>
              <a:gd name="csY148" fmla="*/ 180141 h 398918"/>
              <a:gd name="csX149" fmla="*/ 1063821 w 2176760"/>
              <a:gd name="csY149" fmla="*/ 198000 h 398918"/>
              <a:gd name="csX150" fmla="*/ 1063821 w 2176760"/>
              <a:gd name="csY150" fmla="*/ 320986 h 398918"/>
              <a:gd name="csX151" fmla="*/ 997661 w 2176760"/>
              <a:gd name="csY151" fmla="*/ 320986 h 398918"/>
              <a:gd name="csX152" fmla="*/ 997661 w 2176760"/>
              <a:gd name="csY152" fmla="*/ 113168 h 398918"/>
              <a:gd name="csX153" fmla="*/ 1060573 w 2176760"/>
              <a:gd name="csY153" fmla="*/ 113168 h 398918"/>
              <a:gd name="csX154" fmla="*/ 1060573 w 2176760"/>
              <a:gd name="csY154" fmla="*/ 151322 h 398918"/>
              <a:gd name="csX155" fmla="*/ 1062869 w 2176760"/>
              <a:gd name="csY155" fmla="*/ 151322 h 398918"/>
              <a:gd name="csX156" fmla="*/ 1084795 w 2176760"/>
              <a:gd name="csY156" fmla="*/ 121421 h 398918"/>
              <a:gd name="csX157" fmla="*/ 1121591 w 2176760"/>
              <a:gd name="csY157" fmla="*/ 110462 h 398918"/>
              <a:gd name="csX158" fmla="*/ 877825 w 2176760"/>
              <a:gd name="csY158" fmla="*/ 110462 h 398918"/>
              <a:gd name="csX159" fmla="*/ 933977 w 2176760"/>
              <a:gd name="csY159" fmla="*/ 123992 h 398918"/>
              <a:gd name="csX160" fmla="*/ 970095 w 2176760"/>
              <a:gd name="csY160" fmla="*/ 161604 h 398918"/>
              <a:gd name="csX161" fmla="*/ 982821 w 2176760"/>
              <a:gd name="csY161" fmla="*/ 217753 h 398918"/>
              <a:gd name="csX162" fmla="*/ 970095 w 2176760"/>
              <a:gd name="csY162" fmla="*/ 273902 h 398918"/>
              <a:gd name="csX163" fmla="*/ 933977 w 2176760"/>
              <a:gd name="csY163" fmla="*/ 311516 h 398918"/>
              <a:gd name="csX164" fmla="*/ 877825 w 2176760"/>
              <a:gd name="csY164" fmla="*/ 324910 h 398918"/>
              <a:gd name="csX165" fmla="*/ 821541 w 2176760"/>
              <a:gd name="csY165" fmla="*/ 311516 h 398918"/>
              <a:gd name="csX166" fmla="*/ 785416 w 2176760"/>
              <a:gd name="csY166" fmla="*/ 273902 h 398918"/>
              <a:gd name="csX167" fmla="*/ 772834 w 2176760"/>
              <a:gd name="csY167" fmla="*/ 217753 h 398918"/>
              <a:gd name="csX168" fmla="*/ 785416 w 2176760"/>
              <a:gd name="csY168" fmla="*/ 161604 h 398918"/>
              <a:gd name="csX169" fmla="*/ 821541 w 2176760"/>
              <a:gd name="csY169" fmla="*/ 123992 h 398918"/>
              <a:gd name="csX170" fmla="*/ 877825 w 2176760"/>
              <a:gd name="csY170" fmla="*/ 110462 h 398918"/>
              <a:gd name="csX171" fmla="*/ 638422 w 2176760"/>
              <a:gd name="csY171" fmla="*/ 40107 h 398918"/>
              <a:gd name="csX172" fmla="*/ 684964 w 2176760"/>
              <a:gd name="csY172" fmla="*/ 47143 h 398918"/>
              <a:gd name="csX173" fmla="*/ 722577 w 2176760"/>
              <a:gd name="csY173" fmla="*/ 67437 h 398918"/>
              <a:gd name="csX174" fmla="*/ 748960 w 2176760"/>
              <a:gd name="csY174" fmla="*/ 100044 h 398918"/>
              <a:gd name="csX175" fmla="*/ 761543 w 2176760"/>
              <a:gd name="csY175" fmla="*/ 144287 h 398918"/>
              <a:gd name="csX176" fmla="*/ 693894 w 2176760"/>
              <a:gd name="csY176" fmla="*/ 144287 h 398918"/>
              <a:gd name="csX177" fmla="*/ 688347 w 2176760"/>
              <a:gd name="csY177" fmla="*/ 125480 h 398918"/>
              <a:gd name="csX178" fmla="*/ 677252 w 2176760"/>
              <a:gd name="csY178" fmla="*/ 111139 h 398918"/>
              <a:gd name="csX179" fmla="*/ 660881 w 2176760"/>
              <a:gd name="csY179" fmla="*/ 102073 h 398918"/>
              <a:gd name="csX180" fmla="*/ 640181 w 2176760"/>
              <a:gd name="csY180" fmla="*/ 98826 h 398918"/>
              <a:gd name="csX181" fmla="*/ 605409 w 2176760"/>
              <a:gd name="csY181" fmla="*/ 108704 h 398918"/>
              <a:gd name="csX182" fmla="*/ 583084 w 2176760"/>
              <a:gd name="csY182" fmla="*/ 137251 h 398918"/>
              <a:gd name="csX183" fmla="*/ 575373 w 2176760"/>
              <a:gd name="csY183" fmla="*/ 182440 h 398918"/>
              <a:gd name="csX184" fmla="*/ 583219 w 2176760"/>
              <a:gd name="csY184" fmla="*/ 228713 h 398918"/>
              <a:gd name="csX185" fmla="*/ 605544 w 2176760"/>
              <a:gd name="csY185" fmla="*/ 256719 h 398918"/>
              <a:gd name="csX186" fmla="*/ 639774 w 2176760"/>
              <a:gd name="csY186" fmla="*/ 266056 h 398918"/>
              <a:gd name="csX187" fmla="*/ 659934 w 2176760"/>
              <a:gd name="csY187" fmla="*/ 263214 h 398918"/>
              <a:gd name="csX188" fmla="*/ 676035 w 2176760"/>
              <a:gd name="csY188" fmla="*/ 254961 h 398918"/>
              <a:gd name="csX189" fmla="*/ 687535 w 2176760"/>
              <a:gd name="csY189" fmla="*/ 241566 h 398918"/>
              <a:gd name="csX190" fmla="*/ 693894 w 2176760"/>
              <a:gd name="csY190" fmla="*/ 223571 h 398918"/>
              <a:gd name="csX191" fmla="*/ 761543 w 2176760"/>
              <a:gd name="csY191" fmla="*/ 223977 h 398918"/>
              <a:gd name="csX192" fmla="*/ 750855 w 2176760"/>
              <a:gd name="csY192" fmla="*/ 260238 h 398918"/>
              <a:gd name="csX193" fmla="*/ 726636 w 2176760"/>
              <a:gd name="csY193" fmla="*/ 292845 h 398918"/>
              <a:gd name="csX194" fmla="*/ 689023 w 2176760"/>
              <a:gd name="csY194" fmla="*/ 316115 h 398918"/>
              <a:gd name="csX195" fmla="*/ 638422 w 2176760"/>
              <a:gd name="csY195" fmla="*/ 324774 h 398918"/>
              <a:gd name="csX196" fmla="*/ 571043 w 2176760"/>
              <a:gd name="csY196" fmla="*/ 308269 h 398918"/>
              <a:gd name="csX197" fmla="*/ 524230 w 2176760"/>
              <a:gd name="csY197" fmla="*/ 259831 h 398918"/>
              <a:gd name="csX198" fmla="*/ 507047 w 2176760"/>
              <a:gd name="csY198" fmla="*/ 182440 h 398918"/>
              <a:gd name="csX199" fmla="*/ 524501 w 2176760"/>
              <a:gd name="csY199" fmla="*/ 104915 h 398918"/>
              <a:gd name="csX200" fmla="*/ 571720 w 2176760"/>
              <a:gd name="csY200" fmla="*/ 56613 h 398918"/>
              <a:gd name="csX201" fmla="*/ 638422 w 2176760"/>
              <a:gd name="csY201" fmla="*/ 40107 h 398918"/>
              <a:gd name="csX202" fmla="*/ 173334 w 2176760"/>
              <a:gd name="csY202" fmla="*/ 388 h 398918"/>
              <a:gd name="csX203" fmla="*/ 203201 w 2176760"/>
              <a:gd name="csY203" fmla="*/ 23874 h 398918"/>
              <a:gd name="csX204" fmla="*/ 207884 w 2176760"/>
              <a:gd name="csY204" fmla="*/ 106674 h 398918"/>
              <a:gd name="csX205" fmla="*/ 205931 w 2176760"/>
              <a:gd name="csY205" fmla="*/ 178674 h 398918"/>
              <a:gd name="csX206" fmla="*/ 245788 w 2176760"/>
              <a:gd name="csY206" fmla="*/ 130013 h 398918"/>
              <a:gd name="csX207" fmla="*/ 275688 w 2176760"/>
              <a:gd name="csY207" fmla="*/ 84730 h 398918"/>
              <a:gd name="csX208" fmla="*/ 354140 w 2176760"/>
              <a:gd name="csY208" fmla="*/ 66519 h 398918"/>
              <a:gd name="csX209" fmla="*/ 361481 w 2176760"/>
              <a:gd name="csY209" fmla="*/ 109150 h 398918"/>
              <a:gd name="csX210" fmla="*/ 338417 w 2176760"/>
              <a:gd name="csY210" fmla="*/ 133682 h 398918"/>
              <a:gd name="csX211" fmla="*/ 219060 w 2176760"/>
              <a:gd name="csY211" fmla="*/ 194763 h 398918"/>
              <a:gd name="csX212" fmla="*/ 346051 w 2176760"/>
              <a:gd name="csY212" fmla="*/ 205287 h 398918"/>
              <a:gd name="csX213" fmla="*/ 380609 w 2176760"/>
              <a:gd name="csY213" fmla="*/ 220765 h 398918"/>
              <a:gd name="csX214" fmla="*/ 394527 w 2176760"/>
              <a:gd name="csY214" fmla="*/ 254303 h 398918"/>
              <a:gd name="csX215" fmla="*/ 353821 w 2176760"/>
              <a:gd name="csY215" fmla="*/ 287105 h 398918"/>
              <a:gd name="csX216" fmla="*/ 311392 w 2176760"/>
              <a:gd name="csY216" fmla="*/ 274570 h 398918"/>
              <a:gd name="csX217" fmla="*/ 277726 w 2176760"/>
              <a:gd name="csY217" fmla="*/ 252008 h 398918"/>
              <a:gd name="csX218" fmla="*/ 212863 w 2176760"/>
              <a:gd name="csY218" fmla="*/ 213786 h 398918"/>
              <a:gd name="csX219" fmla="*/ 237229 w 2176760"/>
              <a:gd name="csY219" fmla="*/ 273082 h 398918"/>
              <a:gd name="csX220" fmla="*/ 269581 w 2176760"/>
              <a:gd name="csY220" fmla="*/ 351281 h 398918"/>
              <a:gd name="csX221" fmla="*/ 246106 w 2176760"/>
              <a:gd name="csY221" fmla="*/ 393988 h 398918"/>
              <a:gd name="csX222" fmla="*/ 246123 w 2176760"/>
              <a:gd name="csY222" fmla="*/ 394009 h 398918"/>
              <a:gd name="csX223" fmla="*/ 198604 w 2176760"/>
              <a:gd name="csY223" fmla="*/ 383786 h 398918"/>
              <a:gd name="csX224" fmla="*/ 186930 w 2176760"/>
              <a:gd name="csY224" fmla="*/ 312064 h 398918"/>
              <a:gd name="csX225" fmla="*/ 191644 w 2176760"/>
              <a:gd name="csY225" fmla="*/ 277111 h 398918"/>
              <a:gd name="csX226" fmla="*/ 191992 w 2176760"/>
              <a:gd name="csY226" fmla="*/ 218052 h 398918"/>
              <a:gd name="csX227" fmla="*/ 146020 w 2176760"/>
              <a:gd name="csY227" fmla="*/ 274836 h 398918"/>
              <a:gd name="csX228" fmla="*/ 113756 w 2176760"/>
              <a:gd name="csY228" fmla="*/ 320504 h 398918"/>
              <a:gd name="csX229" fmla="*/ 90341 w 2176760"/>
              <a:gd name="csY229" fmla="*/ 338935 h 398918"/>
              <a:gd name="csX230" fmla="*/ 42703 w 2176760"/>
              <a:gd name="csY230" fmla="*/ 332486 h 398918"/>
              <a:gd name="csX231" fmla="*/ 32856 w 2176760"/>
              <a:gd name="csY231" fmla="*/ 299410 h 398918"/>
              <a:gd name="csX232" fmla="*/ 48816 w 2176760"/>
              <a:gd name="csY232" fmla="*/ 271999 h 398918"/>
              <a:gd name="csX233" fmla="*/ 74047 w 2176760"/>
              <a:gd name="csY233" fmla="*/ 253899 h 398918"/>
              <a:gd name="csX234" fmla="*/ 112286 w 2176760"/>
              <a:gd name="csY234" fmla="*/ 236591 h 398918"/>
              <a:gd name="csX235" fmla="*/ 177023 w 2176760"/>
              <a:gd name="csY235" fmla="*/ 203107 h 398918"/>
              <a:gd name="csX236" fmla="*/ 34342 w 2176760"/>
              <a:gd name="csY236" fmla="*/ 189387 h 398918"/>
              <a:gd name="csX237" fmla="*/ 2195 w 2176760"/>
              <a:gd name="csY237" fmla="*/ 160436 h 398918"/>
              <a:gd name="csX238" fmla="*/ 35442 w 2176760"/>
              <a:gd name="csY238" fmla="*/ 111700 h 398918"/>
              <a:gd name="csX239" fmla="*/ 126906 w 2176760"/>
              <a:gd name="csY239" fmla="*/ 151097 h 398918"/>
              <a:gd name="csX240" fmla="*/ 185089 w 2176760"/>
              <a:gd name="csY240" fmla="*/ 182501 h 398918"/>
              <a:gd name="csX241" fmla="*/ 160623 w 2176760"/>
              <a:gd name="csY241" fmla="*/ 123937 h 398918"/>
              <a:gd name="csX242" fmla="*/ 134370 w 2176760"/>
              <a:gd name="csY242" fmla="*/ 76024 h 398918"/>
              <a:gd name="csX243" fmla="*/ 127306 w 2176760"/>
              <a:gd name="csY243" fmla="*/ 38705 h 398918"/>
              <a:gd name="csX244" fmla="*/ 173334 w 2176760"/>
              <a:gd name="csY244" fmla="*/ 388 h 3989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</a:cxnLst>
            <a:rect l="l" t="t" r="r" b="b"/>
            <a:pathLst>
              <a:path w="2176760" h="398918">
                <a:moveTo>
                  <a:pt x="1673155" y="227360"/>
                </a:moveTo>
                <a:cubicBezTo>
                  <a:pt x="1671259" y="228352"/>
                  <a:pt x="1668964" y="229254"/>
                  <a:pt x="1666259" y="230065"/>
                </a:cubicBezTo>
                <a:cubicBezTo>
                  <a:pt x="1663639" y="230878"/>
                  <a:pt x="1660753" y="231645"/>
                  <a:pt x="1657600" y="232366"/>
                </a:cubicBezTo>
                <a:cubicBezTo>
                  <a:pt x="1654438" y="233088"/>
                  <a:pt x="1651190" y="233719"/>
                  <a:pt x="1647856" y="234260"/>
                </a:cubicBezTo>
                <a:cubicBezTo>
                  <a:pt x="1644513" y="234801"/>
                  <a:pt x="1641313" y="235297"/>
                  <a:pt x="1638246" y="235748"/>
                </a:cubicBezTo>
                <a:cubicBezTo>
                  <a:pt x="1632026" y="236741"/>
                  <a:pt x="1626701" y="238274"/>
                  <a:pt x="1622282" y="240349"/>
                </a:cubicBezTo>
                <a:cubicBezTo>
                  <a:pt x="1617957" y="242423"/>
                  <a:pt x="1614614" y="245129"/>
                  <a:pt x="1612271" y="248467"/>
                </a:cubicBezTo>
                <a:cubicBezTo>
                  <a:pt x="1610013" y="251714"/>
                  <a:pt x="1608890" y="255592"/>
                  <a:pt x="1608890" y="260103"/>
                </a:cubicBezTo>
                <a:cubicBezTo>
                  <a:pt x="1608890" y="266958"/>
                  <a:pt x="1611328" y="272189"/>
                  <a:pt x="1616195" y="275797"/>
                </a:cubicBezTo>
                <a:cubicBezTo>
                  <a:pt x="1621158" y="279405"/>
                  <a:pt x="1627425" y="281209"/>
                  <a:pt x="1634998" y="281209"/>
                </a:cubicBezTo>
                <a:cubicBezTo>
                  <a:pt x="1642132" y="281209"/>
                  <a:pt x="1648533" y="279765"/>
                  <a:pt x="1654209" y="276879"/>
                </a:cubicBezTo>
                <a:cubicBezTo>
                  <a:pt x="1659991" y="273993"/>
                  <a:pt x="1664592" y="270024"/>
                  <a:pt x="1668011" y="264973"/>
                </a:cubicBezTo>
                <a:cubicBezTo>
                  <a:pt x="1671440" y="259831"/>
                  <a:pt x="1673155" y="253878"/>
                  <a:pt x="1673155" y="247113"/>
                </a:cubicBezTo>
                <a:close/>
                <a:moveTo>
                  <a:pt x="1434430" y="162146"/>
                </a:moveTo>
                <a:cubicBezTo>
                  <a:pt x="1426314" y="162146"/>
                  <a:pt x="1419409" y="164356"/>
                  <a:pt x="1413732" y="168776"/>
                </a:cubicBezTo>
                <a:cubicBezTo>
                  <a:pt x="1408045" y="173195"/>
                  <a:pt x="1403673" y="179510"/>
                  <a:pt x="1400606" y="187717"/>
                </a:cubicBezTo>
                <a:cubicBezTo>
                  <a:pt x="1397625" y="195926"/>
                  <a:pt x="1396139" y="205712"/>
                  <a:pt x="1396139" y="217077"/>
                </a:cubicBezTo>
                <a:cubicBezTo>
                  <a:pt x="1396139" y="228262"/>
                  <a:pt x="1397625" y="238004"/>
                  <a:pt x="1400606" y="246302"/>
                </a:cubicBezTo>
                <a:cubicBezTo>
                  <a:pt x="1403673" y="254600"/>
                  <a:pt x="1408045" y="261049"/>
                  <a:pt x="1413732" y="265649"/>
                </a:cubicBezTo>
                <a:cubicBezTo>
                  <a:pt x="1419504" y="270159"/>
                  <a:pt x="1426400" y="272415"/>
                  <a:pt x="1434430" y="272415"/>
                </a:cubicBezTo>
                <a:cubicBezTo>
                  <a:pt x="1442545" y="272415"/>
                  <a:pt x="1449451" y="270159"/>
                  <a:pt x="1455127" y="265649"/>
                </a:cubicBezTo>
                <a:cubicBezTo>
                  <a:pt x="1460814" y="261049"/>
                  <a:pt x="1465100" y="254600"/>
                  <a:pt x="1467986" y="246302"/>
                </a:cubicBezTo>
                <a:cubicBezTo>
                  <a:pt x="1470958" y="238004"/>
                  <a:pt x="1472444" y="228262"/>
                  <a:pt x="1472444" y="217077"/>
                </a:cubicBezTo>
                <a:cubicBezTo>
                  <a:pt x="1472444" y="205893"/>
                  <a:pt x="1470958" y="196196"/>
                  <a:pt x="1467986" y="187988"/>
                </a:cubicBezTo>
                <a:cubicBezTo>
                  <a:pt x="1465100" y="179780"/>
                  <a:pt x="1460814" y="173421"/>
                  <a:pt x="1455127" y="168911"/>
                </a:cubicBezTo>
                <a:cubicBezTo>
                  <a:pt x="1449536" y="164401"/>
                  <a:pt x="1442640" y="162146"/>
                  <a:pt x="1434430" y="162146"/>
                </a:cubicBezTo>
                <a:close/>
                <a:moveTo>
                  <a:pt x="878231" y="159440"/>
                </a:moveTo>
                <a:cubicBezTo>
                  <a:pt x="870023" y="159440"/>
                  <a:pt x="863077" y="161876"/>
                  <a:pt x="857395" y="166746"/>
                </a:cubicBezTo>
                <a:cubicBezTo>
                  <a:pt x="851802" y="171617"/>
                  <a:pt x="847518" y="178382"/>
                  <a:pt x="844542" y="187041"/>
                </a:cubicBezTo>
                <a:cubicBezTo>
                  <a:pt x="841655" y="195700"/>
                  <a:pt x="840212" y="205802"/>
                  <a:pt x="840212" y="217348"/>
                </a:cubicBezTo>
                <a:cubicBezTo>
                  <a:pt x="840212" y="228713"/>
                  <a:pt x="841655" y="238725"/>
                  <a:pt x="844542" y="247384"/>
                </a:cubicBezTo>
                <a:cubicBezTo>
                  <a:pt x="847518" y="256043"/>
                  <a:pt x="851802" y="262808"/>
                  <a:pt x="857395" y="267679"/>
                </a:cubicBezTo>
                <a:cubicBezTo>
                  <a:pt x="863077" y="272550"/>
                  <a:pt x="870023" y="274985"/>
                  <a:pt x="878231" y="274985"/>
                </a:cubicBezTo>
                <a:cubicBezTo>
                  <a:pt x="886169" y="274985"/>
                  <a:pt x="892889" y="272550"/>
                  <a:pt x="898390" y="267679"/>
                </a:cubicBezTo>
                <a:cubicBezTo>
                  <a:pt x="903893" y="262808"/>
                  <a:pt x="908087" y="256043"/>
                  <a:pt x="910973" y="247384"/>
                </a:cubicBezTo>
                <a:cubicBezTo>
                  <a:pt x="913949" y="238725"/>
                  <a:pt x="915438" y="228713"/>
                  <a:pt x="915438" y="217348"/>
                </a:cubicBezTo>
                <a:cubicBezTo>
                  <a:pt x="915438" y="205802"/>
                  <a:pt x="913949" y="195700"/>
                  <a:pt x="910973" y="187041"/>
                </a:cubicBezTo>
                <a:cubicBezTo>
                  <a:pt x="908087" y="178382"/>
                  <a:pt x="903893" y="171617"/>
                  <a:pt x="898390" y="166746"/>
                </a:cubicBezTo>
                <a:cubicBezTo>
                  <a:pt x="892889" y="161876"/>
                  <a:pt x="886169" y="159440"/>
                  <a:pt x="878231" y="159440"/>
                </a:cubicBezTo>
                <a:close/>
                <a:moveTo>
                  <a:pt x="1958524" y="113168"/>
                </a:moveTo>
                <a:lnTo>
                  <a:pt x="2027789" y="113168"/>
                </a:lnTo>
                <a:lnTo>
                  <a:pt x="2066080" y="261455"/>
                </a:lnTo>
                <a:lnTo>
                  <a:pt x="2068252" y="261455"/>
                </a:lnTo>
                <a:lnTo>
                  <a:pt x="2107076" y="113168"/>
                </a:lnTo>
                <a:lnTo>
                  <a:pt x="2176760" y="113168"/>
                </a:lnTo>
                <a:lnTo>
                  <a:pt x="2098417" y="340875"/>
                </a:lnTo>
                <a:cubicBezTo>
                  <a:pt x="2094627" y="352241"/>
                  <a:pt x="2089264" y="362252"/>
                  <a:pt x="2082320" y="370912"/>
                </a:cubicBezTo>
                <a:cubicBezTo>
                  <a:pt x="2075462" y="379660"/>
                  <a:pt x="2066575" y="386515"/>
                  <a:pt x="2055669" y="391477"/>
                </a:cubicBezTo>
                <a:cubicBezTo>
                  <a:pt x="2044839" y="396438"/>
                  <a:pt x="2031495" y="398918"/>
                  <a:pt x="2015617" y="398918"/>
                </a:cubicBezTo>
                <a:cubicBezTo>
                  <a:pt x="2007682" y="398918"/>
                  <a:pt x="2000196" y="398286"/>
                  <a:pt x="1993157" y="397024"/>
                </a:cubicBezTo>
                <a:cubicBezTo>
                  <a:pt x="1986118" y="395851"/>
                  <a:pt x="1980079" y="394273"/>
                  <a:pt x="1975030" y="392289"/>
                </a:cubicBezTo>
                <a:lnTo>
                  <a:pt x="1989642" y="344258"/>
                </a:lnTo>
                <a:cubicBezTo>
                  <a:pt x="1996138" y="346423"/>
                  <a:pt x="2001996" y="347685"/>
                  <a:pt x="2007225" y="348046"/>
                </a:cubicBezTo>
                <a:cubicBezTo>
                  <a:pt x="2012550" y="348407"/>
                  <a:pt x="2017102" y="347550"/>
                  <a:pt x="2020893" y="345475"/>
                </a:cubicBezTo>
                <a:cubicBezTo>
                  <a:pt x="2024770" y="343491"/>
                  <a:pt x="2027751" y="339928"/>
                  <a:pt x="2029818" y="334787"/>
                </a:cubicBezTo>
                <a:lnTo>
                  <a:pt x="2032390" y="328563"/>
                </a:lnTo>
                <a:close/>
                <a:moveTo>
                  <a:pt x="1888582" y="110462"/>
                </a:moveTo>
                <a:cubicBezTo>
                  <a:pt x="1903193" y="110462"/>
                  <a:pt x="1915861" y="113755"/>
                  <a:pt x="1926596" y="120339"/>
                </a:cubicBezTo>
                <a:cubicBezTo>
                  <a:pt x="1937416" y="126833"/>
                  <a:pt x="1945808" y="135943"/>
                  <a:pt x="1951761" y="147669"/>
                </a:cubicBezTo>
                <a:cubicBezTo>
                  <a:pt x="1957809" y="159305"/>
                  <a:pt x="1960781" y="172925"/>
                  <a:pt x="1960695" y="188530"/>
                </a:cubicBezTo>
                <a:lnTo>
                  <a:pt x="1960695" y="320986"/>
                </a:lnTo>
                <a:lnTo>
                  <a:pt x="1894535" y="320986"/>
                </a:lnTo>
                <a:lnTo>
                  <a:pt x="1894535" y="201518"/>
                </a:lnTo>
                <a:cubicBezTo>
                  <a:pt x="1894621" y="189973"/>
                  <a:pt x="1891687" y="180953"/>
                  <a:pt x="1885734" y="174458"/>
                </a:cubicBezTo>
                <a:cubicBezTo>
                  <a:pt x="1879876" y="167964"/>
                  <a:pt x="1871713" y="164717"/>
                  <a:pt x="1861245" y="164717"/>
                </a:cubicBezTo>
                <a:cubicBezTo>
                  <a:pt x="1854301" y="164717"/>
                  <a:pt x="1848167" y="166250"/>
                  <a:pt x="1842843" y="169317"/>
                </a:cubicBezTo>
                <a:cubicBezTo>
                  <a:pt x="1837613" y="172293"/>
                  <a:pt x="1833556" y="176578"/>
                  <a:pt x="1830670" y="182170"/>
                </a:cubicBezTo>
                <a:cubicBezTo>
                  <a:pt x="1827869" y="187763"/>
                  <a:pt x="1826431" y="194528"/>
                  <a:pt x="1826345" y="202465"/>
                </a:cubicBezTo>
                <a:lnTo>
                  <a:pt x="1826345" y="320986"/>
                </a:lnTo>
                <a:lnTo>
                  <a:pt x="1760175" y="320986"/>
                </a:lnTo>
                <a:lnTo>
                  <a:pt x="1760175" y="113168"/>
                </a:lnTo>
                <a:lnTo>
                  <a:pt x="1823097" y="113168"/>
                </a:lnTo>
                <a:lnTo>
                  <a:pt x="1823097" y="151322"/>
                </a:lnTo>
                <a:lnTo>
                  <a:pt x="1825393" y="151322"/>
                </a:lnTo>
                <a:cubicBezTo>
                  <a:pt x="1829993" y="138604"/>
                  <a:pt x="1837842" y="128638"/>
                  <a:pt x="1848939" y="121421"/>
                </a:cubicBezTo>
                <a:cubicBezTo>
                  <a:pt x="1860026" y="114115"/>
                  <a:pt x="1873246" y="110462"/>
                  <a:pt x="1888582" y="110462"/>
                </a:cubicBezTo>
                <a:close/>
                <a:moveTo>
                  <a:pt x="1646770" y="110462"/>
                </a:moveTo>
                <a:cubicBezTo>
                  <a:pt x="1660029" y="110462"/>
                  <a:pt x="1672250" y="112040"/>
                  <a:pt x="1683442" y="115198"/>
                </a:cubicBezTo>
                <a:cubicBezTo>
                  <a:pt x="1694624" y="118265"/>
                  <a:pt x="1704368" y="122774"/>
                  <a:pt x="1712664" y="128727"/>
                </a:cubicBezTo>
                <a:cubicBezTo>
                  <a:pt x="1720961" y="134591"/>
                  <a:pt x="1727361" y="141806"/>
                  <a:pt x="1731876" y="150375"/>
                </a:cubicBezTo>
                <a:cubicBezTo>
                  <a:pt x="1736477" y="158944"/>
                  <a:pt x="1738772" y="168731"/>
                  <a:pt x="1738772" y="179735"/>
                </a:cubicBezTo>
                <a:lnTo>
                  <a:pt x="1738772" y="320986"/>
                </a:lnTo>
                <a:lnTo>
                  <a:pt x="1676536" y="320986"/>
                </a:lnTo>
                <a:lnTo>
                  <a:pt x="1676536" y="292032"/>
                </a:lnTo>
                <a:lnTo>
                  <a:pt x="1674917" y="292032"/>
                </a:lnTo>
                <a:cubicBezTo>
                  <a:pt x="1671221" y="299068"/>
                  <a:pt x="1666478" y="305021"/>
                  <a:pt x="1660705" y="309892"/>
                </a:cubicBezTo>
                <a:cubicBezTo>
                  <a:pt x="1655029" y="314763"/>
                  <a:pt x="1648304" y="318416"/>
                  <a:pt x="1640551" y="320851"/>
                </a:cubicBezTo>
                <a:cubicBezTo>
                  <a:pt x="1632883" y="323287"/>
                  <a:pt x="1624225" y="324504"/>
                  <a:pt x="1614576" y="324504"/>
                </a:cubicBezTo>
                <a:cubicBezTo>
                  <a:pt x="1601317" y="324504"/>
                  <a:pt x="1589544" y="322294"/>
                  <a:pt x="1579257" y="317875"/>
                </a:cubicBezTo>
                <a:cubicBezTo>
                  <a:pt x="1569066" y="313364"/>
                  <a:pt x="1560998" y="306600"/>
                  <a:pt x="1555045" y="297580"/>
                </a:cubicBezTo>
                <a:cubicBezTo>
                  <a:pt x="1549177" y="288470"/>
                  <a:pt x="1546244" y="277060"/>
                  <a:pt x="1546244" y="263350"/>
                </a:cubicBezTo>
                <a:cubicBezTo>
                  <a:pt x="1546244" y="251803"/>
                  <a:pt x="1548272" y="242062"/>
                  <a:pt x="1552330" y="234125"/>
                </a:cubicBezTo>
                <a:cubicBezTo>
                  <a:pt x="1556397" y="226187"/>
                  <a:pt x="1561988" y="219738"/>
                  <a:pt x="1569113" y="214777"/>
                </a:cubicBezTo>
                <a:cubicBezTo>
                  <a:pt x="1576238" y="209816"/>
                  <a:pt x="1584448" y="206073"/>
                  <a:pt x="1593735" y="203548"/>
                </a:cubicBezTo>
                <a:cubicBezTo>
                  <a:pt x="1603022" y="200931"/>
                  <a:pt x="1612947" y="199173"/>
                  <a:pt x="1623501" y="198271"/>
                </a:cubicBezTo>
                <a:cubicBezTo>
                  <a:pt x="1635321" y="197188"/>
                  <a:pt x="1644837" y="196061"/>
                  <a:pt x="1652047" y="194889"/>
                </a:cubicBezTo>
                <a:cubicBezTo>
                  <a:pt x="1659267" y="193626"/>
                  <a:pt x="1664497" y="191866"/>
                  <a:pt x="1667745" y="189612"/>
                </a:cubicBezTo>
                <a:cubicBezTo>
                  <a:pt x="1671078" y="187267"/>
                  <a:pt x="1672755" y="183974"/>
                  <a:pt x="1672755" y="179735"/>
                </a:cubicBezTo>
                <a:lnTo>
                  <a:pt x="1672755" y="179058"/>
                </a:lnTo>
                <a:cubicBezTo>
                  <a:pt x="1672755" y="172113"/>
                  <a:pt x="1670364" y="166746"/>
                  <a:pt x="1665582" y="162958"/>
                </a:cubicBezTo>
                <a:cubicBezTo>
                  <a:pt x="1660801" y="159170"/>
                  <a:pt x="1654352" y="157275"/>
                  <a:pt x="1646228" y="157275"/>
                </a:cubicBezTo>
                <a:cubicBezTo>
                  <a:pt x="1637484" y="157275"/>
                  <a:pt x="1630445" y="159170"/>
                  <a:pt x="1625130" y="162958"/>
                </a:cubicBezTo>
                <a:cubicBezTo>
                  <a:pt x="1619805" y="166746"/>
                  <a:pt x="1616424" y="171978"/>
                  <a:pt x="1614976" y="178652"/>
                </a:cubicBezTo>
                <a:lnTo>
                  <a:pt x="1553959" y="176487"/>
                </a:lnTo>
                <a:cubicBezTo>
                  <a:pt x="1555759" y="163860"/>
                  <a:pt x="1560407" y="152585"/>
                  <a:pt x="1567894" y="142663"/>
                </a:cubicBezTo>
                <a:cubicBezTo>
                  <a:pt x="1575466" y="132651"/>
                  <a:pt x="1585839" y="124804"/>
                  <a:pt x="1599012" y="119121"/>
                </a:cubicBezTo>
                <a:cubicBezTo>
                  <a:pt x="1612271" y="113349"/>
                  <a:pt x="1628187" y="110462"/>
                  <a:pt x="1646770" y="110462"/>
                </a:cubicBezTo>
                <a:close/>
                <a:moveTo>
                  <a:pt x="1457699" y="110462"/>
                </a:moveTo>
                <a:cubicBezTo>
                  <a:pt x="1472130" y="110462"/>
                  <a:pt x="1485617" y="114251"/>
                  <a:pt x="1498152" y="121827"/>
                </a:cubicBezTo>
                <a:cubicBezTo>
                  <a:pt x="1510782" y="129404"/>
                  <a:pt x="1520974" y="141085"/>
                  <a:pt x="1528727" y="156870"/>
                </a:cubicBezTo>
                <a:cubicBezTo>
                  <a:pt x="1536490" y="172654"/>
                  <a:pt x="1540367" y="192768"/>
                  <a:pt x="1540367" y="217212"/>
                </a:cubicBezTo>
                <a:cubicBezTo>
                  <a:pt x="1540367" y="240754"/>
                  <a:pt x="1536623" y="260463"/>
                  <a:pt x="1529137" y="276338"/>
                </a:cubicBezTo>
                <a:cubicBezTo>
                  <a:pt x="1521745" y="292213"/>
                  <a:pt x="1511725" y="304119"/>
                  <a:pt x="1499104" y="312057"/>
                </a:cubicBezTo>
                <a:cubicBezTo>
                  <a:pt x="1486560" y="319994"/>
                  <a:pt x="1472625" y="323963"/>
                  <a:pt x="1457290" y="323963"/>
                </a:cubicBezTo>
                <a:cubicBezTo>
                  <a:pt x="1446831" y="323963"/>
                  <a:pt x="1437763" y="322249"/>
                  <a:pt x="1430096" y="318821"/>
                </a:cubicBezTo>
                <a:cubicBezTo>
                  <a:pt x="1422428" y="315394"/>
                  <a:pt x="1415980" y="310884"/>
                  <a:pt x="1410750" y="305292"/>
                </a:cubicBezTo>
                <a:cubicBezTo>
                  <a:pt x="1405607" y="299700"/>
                  <a:pt x="1401644" y="293701"/>
                  <a:pt x="1398844" y="287297"/>
                </a:cubicBezTo>
                <a:lnTo>
                  <a:pt x="1397492" y="287297"/>
                </a:lnTo>
                <a:lnTo>
                  <a:pt x="1397492" y="398918"/>
                </a:lnTo>
                <a:lnTo>
                  <a:pt x="1331331" y="398918"/>
                </a:lnTo>
                <a:lnTo>
                  <a:pt x="1331331" y="113168"/>
                </a:lnTo>
                <a:lnTo>
                  <a:pt x="1396815" y="113168"/>
                </a:lnTo>
                <a:lnTo>
                  <a:pt x="1396815" y="148751"/>
                </a:lnTo>
                <a:lnTo>
                  <a:pt x="1398844" y="148751"/>
                </a:lnTo>
                <a:cubicBezTo>
                  <a:pt x="1401549" y="142437"/>
                  <a:pt x="1405388" y="136349"/>
                  <a:pt x="1410350" y="130486"/>
                </a:cubicBezTo>
                <a:cubicBezTo>
                  <a:pt x="1415399" y="124624"/>
                  <a:pt x="1421800" y="119843"/>
                  <a:pt x="1429562" y="116145"/>
                </a:cubicBezTo>
                <a:cubicBezTo>
                  <a:pt x="1437401" y="112356"/>
                  <a:pt x="1446783" y="110462"/>
                  <a:pt x="1457699" y="110462"/>
                </a:cubicBezTo>
                <a:close/>
                <a:moveTo>
                  <a:pt x="1121591" y="110462"/>
                </a:moveTo>
                <a:cubicBezTo>
                  <a:pt x="1136021" y="110462"/>
                  <a:pt x="1148384" y="114160"/>
                  <a:pt x="1158662" y="121557"/>
                </a:cubicBezTo>
                <a:cubicBezTo>
                  <a:pt x="1168949" y="128953"/>
                  <a:pt x="1175483" y="138875"/>
                  <a:pt x="1178283" y="151322"/>
                </a:cubicBezTo>
                <a:lnTo>
                  <a:pt x="1180445" y="151322"/>
                </a:lnTo>
                <a:cubicBezTo>
                  <a:pt x="1184322" y="138965"/>
                  <a:pt x="1191904" y="129088"/>
                  <a:pt x="1203182" y="121692"/>
                </a:cubicBezTo>
                <a:cubicBezTo>
                  <a:pt x="1214450" y="114205"/>
                  <a:pt x="1227756" y="110462"/>
                  <a:pt x="1243091" y="110462"/>
                </a:cubicBezTo>
                <a:cubicBezTo>
                  <a:pt x="1262751" y="110462"/>
                  <a:pt x="1278715" y="116776"/>
                  <a:pt x="1290983" y="129404"/>
                </a:cubicBezTo>
                <a:cubicBezTo>
                  <a:pt x="1303251" y="141942"/>
                  <a:pt x="1309385" y="159170"/>
                  <a:pt x="1309385" y="181088"/>
                </a:cubicBezTo>
                <a:lnTo>
                  <a:pt x="1309385" y="320986"/>
                </a:lnTo>
                <a:lnTo>
                  <a:pt x="1243225" y="320986"/>
                </a:lnTo>
                <a:lnTo>
                  <a:pt x="1243225" y="196241"/>
                </a:lnTo>
                <a:cubicBezTo>
                  <a:pt x="1243225" y="185868"/>
                  <a:pt x="1240567" y="177976"/>
                  <a:pt x="1235243" y="172564"/>
                </a:cubicBezTo>
                <a:cubicBezTo>
                  <a:pt x="1229918" y="167062"/>
                  <a:pt x="1223022" y="164311"/>
                  <a:pt x="1214545" y="164311"/>
                </a:cubicBezTo>
                <a:cubicBezTo>
                  <a:pt x="1205430" y="164311"/>
                  <a:pt x="1198257" y="167287"/>
                  <a:pt x="1193028" y="173240"/>
                </a:cubicBezTo>
                <a:cubicBezTo>
                  <a:pt x="1187885" y="179104"/>
                  <a:pt x="1185322" y="186996"/>
                  <a:pt x="1185322" y="196917"/>
                </a:cubicBezTo>
                <a:lnTo>
                  <a:pt x="1185322" y="320986"/>
                </a:lnTo>
                <a:lnTo>
                  <a:pt x="1121724" y="320986"/>
                </a:lnTo>
                <a:lnTo>
                  <a:pt x="1121724" y="195565"/>
                </a:lnTo>
                <a:cubicBezTo>
                  <a:pt x="1121724" y="185913"/>
                  <a:pt x="1119114" y="178291"/>
                  <a:pt x="1113885" y="172699"/>
                </a:cubicBezTo>
                <a:cubicBezTo>
                  <a:pt x="1108646" y="167107"/>
                  <a:pt x="1101750" y="164311"/>
                  <a:pt x="1093177" y="164311"/>
                </a:cubicBezTo>
                <a:cubicBezTo>
                  <a:pt x="1087405" y="164311"/>
                  <a:pt x="1082309" y="165709"/>
                  <a:pt x="1077890" y="168505"/>
                </a:cubicBezTo>
                <a:cubicBezTo>
                  <a:pt x="1073470" y="171211"/>
                  <a:pt x="1069994" y="175090"/>
                  <a:pt x="1067469" y="180141"/>
                </a:cubicBezTo>
                <a:cubicBezTo>
                  <a:pt x="1065041" y="185192"/>
                  <a:pt x="1063821" y="191145"/>
                  <a:pt x="1063821" y="198000"/>
                </a:cubicBezTo>
                <a:lnTo>
                  <a:pt x="1063821" y="320986"/>
                </a:lnTo>
                <a:lnTo>
                  <a:pt x="997661" y="320986"/>
                </a:lnTo>
                <a:lnTo>
                  <a:pt x="997661" y="113168"/>
                </a:lnTo>
                <a:lnTo>
                  <a:pt x="1060573" y="113168"/>
                </a:lnTo>
                <a:lnTo>
                  <a:pt x="1060573" y="151322"/>
                </a:lnTo>
                <a:lnTo>
                  <a:pt x="1062869" y="151322"/>
                </a:lnTo>
                <a:cubicBezTo>
                  <a:pt x="1067203" y="138694"/>
                  <a:pt x="1074508" y="128727"/>
                  <a:pt x="1084795" y="121421"/>
                </a:cubicBezTo>
                <a:cubicBezTo>
                  <a:pt x="1095073" y="114115"/>
                  <a:pt x="1107341" y="110462"/>
                  <a:pt x="1121591" y="110462"/>
                </a:cubicBezTo>
                <a:close/>
                <a:moveTo>
                  <a:pt x="877825" y="110462"/>
                </a:moveTo>
                <a:cubicBezTo>
                  <a:pt x="899653" y="110462"/>
                  <a:pt x="918370" y="114972"/>
                  <a:pt x="933977" y="123992"/>
                </a:cubicBezTo>
                <a:cubicBezTo>
                  <a:pt x="949664" y="132922"/>
                  <a:pt x="961713" y="145460"/>
                  <a:pt x="970095" y="161604"/>
                </a:cubicBezTo>
                <a:cubicBezTo>
                  <a:pt x="978573" y="177661"/>
                  <a:pt x="982821" y="196376"/>
                  <a:pt x="982821" y="217753"/>
                </a:cubicBezTo>
                <a:cubicBezTo>
                  <a:pt x="982821" y="239041"/>
                  <a:pt x="978573" y="257756"/>
                  <a:pt x="970095" y="273902"/>
                </a:cubicBezTo>
                <a:cubicBezTo>
                  <a:pt x="961713" y="289958"/>
                  <a:pt x="949664" y="302495"/>
                  <a:pt x="933977" y="311516"/>
                </a:cubicBezTo>
                <a:cubicBezTo>
                  <a:pt x="918370" y="320445"/>
                  <a:pt x="899653" y="324910"/>
                  <a:pt x="877825" y="324910"/>
                </a:cubicBezTo>
                <a:cubicBezTo>
                  <a:pt x="855997" y="324910"/>
                  <a:pt x="837236" y="320445"/>
                  <a:pt x="821541" y="311516"/>
                </a:cubicBezTo>
                <a:cubicBezTo>
                  <a:pt x="805937" y="302495"/>
                  <a:pt x="793895" y="289958"/>
                  <a:pt x="785416" y="273902"/>
                </a:cubicBezTo>
                <a:cubicBezTo>
                  <a:pt x="777027" y="257756"/>
                  <a:pt x="772834" y="239041"/>
                  <a:pt x="772834" y="217753"/>
                </a:cubicBezTo>
                <a:cubicBezTo>
                  <a:pt x="772834" y="196376"/>
                  <a:pt x="777027" y="177661"/>
                  <a:pt x="785416" y="161604"/>
                </a:cubicBezTo>
                <a:cubicBezTo>
                  <a:pt x="793895" y="145460"/>
                  <a:pt x="805937" y="132922"/>
                  <a:pt x="821541" y="123992"/>
                </a:cubicBezTo>
                <a:cubicBezTo>
                  <a:pt x="837236" y="114972"/>
                  <a:pt x="855997" y="110462"/>
                  <a:pt x="877825" y="110462"/>
                </a:cubicBezTo>
                <a:close/>
                <a:moveTo>
                  <a:pt x="638422" y="40107"/>
                </a:moveTo>
                <a:cubicBezTo>
                  <a:pt x="655199" y="40107"/>
                  <a:pt x="670713" y="42452"/>
                  <a:pt x="684964" y="47143"/>
                </a:cubicBezTo>
                <a:cubicBezTo>
                  <a:pt x="699216" y="51743"/>
                  <a:pt x="711754" y="58508"/>
                  <a:pt x="722577" y="67437"/>
                </a:cubicBezTo>
                <a:cubicBezTo>
                  <a:pt x="733401" y="76277"/>
                  <a:pt x="742195" y="87146"/>
                  <a:pt x="748960" y="100044"/>
                </a:cubicBezTo>
                <a:cubicBezTo>
                  <a:pt x="755725" y="112942"/>
                  <a:pt x="759920" y="127690"/>
                  <a:pt x="761543" y="144287"/>
                </a:cubicBezTo>
                <a:lnTo>
                  <a:pt x="693894" y="144287"/>
                </a:lnTo>
                <a:cubicBezTo>
                  <a:pt x="692992" y="137341"/>
                  <a:pt x="691142" y="131073"/>
                  <a:pt x="688347" y="125480"/>
                </a:cubicBezTo>
                <a:cubicBezTo>
                  <a:pt x="685550" y="119888"/>
                  <a:pt x="681853" y="115107"/>
                  <a:pt x="677252" y="111139"/>
                </a:cubicBezTo>
                <a:cubicBezTo>
                  <a:pt x="672652" y="107170"/>
                  <a:pt x="667195" y="104148"/>
                  <a:pt x="660881" y="102073"/>
                </a:cubicBezTo>
                <a:cubicBezTo>
                  <a:pt x="654657" y="99909"/>
                  <a:pt x="647757" y="98826"/>
                  <a:pt x="640181" y="98826"/>
                </a:cubicBezTo>
                <a:cubicBezTo>
                  <a:pt x="626741" y="98826"/>
                  <a:pt x="615150" y="102119"/>
                  <a:pt x="605409" y="108704"/>
                </a:cubicBezTo>
                <a:cubicBezTo>
                  <a:pt x="595757" y="115288"/>
                  <a:pt x="588316" y="124804"/>
                  <a:pt x="583084" y="137251"/>
                </a:cubicBezTo>
                <a:cubicBezTo>
                  <a:pt x="577943" y="149698"/>
                  <a:pt x="575373" y="164762"/>
                  <a:pt x="575373" y="182440"/>
                </a:cubicBezTo>
                <a:cubicBezTo>
                  <a:pt x="575373" y="200842"/>
                  <a:pt x="577988" y="216266"/>
                  <a:pt x="583219" y="228713"/>
                </a:cubicBezTo>
                <a:cubicBezTo>
                  <a:pt x="588542" y="241070"/>
                  <a:pt x="595983" y="250406"/>
                  <a:pt x="605544" y="256719"/>
                </a:cubicBezTo>
                <a:cubicBezTo>
                  <a:pt x="615196" y="262943"/>
                  <a:pt x="626606" y="266056"/>
                  <a:pt x="639774" y="266056"/>
                </a:cubicBezTo>
                <a:cubicBezTo>
                  <a:pt x="647171" y="266056"/>
                  <a:pt x="653891" y="265108"/>
                  <a:pt x="659934" y="263214"/>
                </a:cubicBezTo>
                <a:cubicBezTo>
                  <a:pt x="666068" y="261320"/>
                  <a:pt x="671434" y="258569"/>
                  <a:pt x="676035" y="254961"/>
                </a:cubicBezTo>
                <a:cubicBezTo>
                  <a:pt x="680725" y="251262"/>
                  <a:pt x="684559" y="246798"/>
                  <a:pt x="687535" y="241566"/>
                </a:cubicBezTo>
                <a:cubicBezTo>
                  <a:pt x="690601" y="236244"/>
                  <a:pt x="692722" y="230246"/>
                  <a:pt x="693894" y="223571"/>
                </a:cubicBezTo>
                <a:lnTo>
                  <a:pt x="761543" y="223977"/>
                </a:lnTo>
                <a:cubicBezTo>
                  <a:pt x="760370" y="236244"/>
                  <a:pt x="756808" y="248332"/>
                  <a:pt x="750855" y="260238"/>
                </a:cubicBezTo>
                <a:cubicBezTo>
                  <a:pt x="744991" y="272144"/>
                  <a:pt x="736919" y="283013"/>
                  <a:pt x="726636" y="292845"/>
                </a:cubicBezTo>
                <a:cubicBezTo>
                  <a:pt x="716353" y="302586"/>
                  <a:pt x="703815" y="310343"/>
                  <a:pt x="689023" y="316115"/>
                </a:cubicBezTo>
                <a:cubicBezTo>
                  <a:pt x="674320" y="321888"/>
                  <a:pt x="657453" y="324774"/>
                  <a:pt x="638422" y="324774"/>
                </a:cubicBezTo>
                <a:cubicBezTo>
                  <a:pt x="613346" y="324774"/>
                  <a:pt x="590887" y="319273"/>
                  <a:pt x="571043" y="308269"/>
                </a:cubicBezTo>
                <a:cubicBezTo>
                  <a:pt x="551290" y="297174"/>
                  <a:pt x="535685" y="281028"/>
                  <a:pt x="524230" y="259831"/>
                </a:cubicBezTo>
                <a:cubicBezTo>
                  <a:pt x="512774" y="238635"/>
                  <a:pt x="507047" y="212838"/>
                  <a:pt x="507047" y="182440"/>
                </a:cubicBezTo>
                <a:cubicBezTo>
                  <a:pt x="507047" y="151954"/>
                  <a:pt x="512865" y="126111"/>
                  <a:pt x="524501" y="104915"/>
                </a:cubicBezTo>
                <a:cubicBezTo>
                  <a:pt x="536136" y="83719"/>
                  <a:pt x="551875" y="67617"/>
                  <a:pt x="571720" y="56613"/>
                </a:cubicBezTo>
                <a:cubicBezTo>
                  <a:pt x="591563" y="45609"/>
                  <a:pt x="613798" y="40107"/>
                  <a:pt x="638422" y="40107"/>
                </a:cubicBezTo>
                <a:close/>
                <a:moveTo>
                  <a:pt x="173334" y="388"/>
                </a:moveTo>
                <a:cubicBezTo>
                  <a:pt x="186670" y="2248"/>
                  <a:pt x="197402" y="11984"/>
                  <a:pt x="203201" y="23874"/>
                </a:cubicBezTo>
                <a:cubicBezTo>
                  <a:pt x="214933" y="47918"/>
                  <a:pt x="211403" y="79576"/>
                  <a:pt x="207884" y="106674"/>
                </a:cubicBezTo>
                <a:cubicBezTo>
                  <a:pt x="204763" y="130701"/>
                  <a:pt x="203452" y="154195"/>
                  <a:pt x="205931" y="178674"/>
                </a:cubicBezTo>
                <a:cubicBezTo>
                  <a:pt x="221741" y="163892"/>
                  <a:pt x="234810" y="148167"/>
                  <a:pt x="245788" y="130013"/>
                </a:cubicBezTo>
                <a:cubicBezTo>
                  <a:pt x="255305" y="114275"/>
                  <a:pt x="264514" y="99287"/>
                  <a:pt x="275688" y="84730"/>
                </a:cubicBezTo>
                <a:cubicBezTo>
                  <a:pt x="295615" y="58793"/>
                  <a:pt x="331178" y="44782"/>
                  <a:pt x="354140" y="66519"/>
                </a:cubicBezTo>
                <a:cubicBezTo>
                  <a:pt x="366138" y="77877"/>
                  <a:pt x="368405" y="94413"/>
                  <a:pt x="361481" y="109150"/>
                </a:cubicBezTo>
                <a:cubicBezTo>
                  <a:pt x="356496" y="119751"/>
                  <a:pt x="348431" y="127338"/>
                  <a:pt x="338417" y="133682"/>
                </a:cubicBezTo>
                <a:cubicBezTo>
                  <a:pt x="299555" y="158314"/>
                  <a:pt x="257847" y="168744"/>
                  <a:pt x="219060" y="194763"/>
                </a:cubicBezTo>
                <a:cubicBezTo>
                  <a:pt x="262060" y="207233"/>
                  <a:pt x="302501" y="197602"/>
                  <a:pt x="346051" y="205287"/>
                </a:cubicBezTo>
                <a:cubicBezTo>
                  <a:pt x="359029" y="207580"/>
                  <a:pt x="370824" y="211988"/>
                  <a:pt x="380609" y="220765"/>
                </a:cubicBezTo>
                <a:cubicBezTo>
                  <a:pt x="390125" y="229305"/>
                  <a:pt x="396469" y="241297"/>
                  <a:pt x="394527" y="254303"/>
                </a:cubicBezTo>
                <a:cubicBezTo>
                  <a:pt x="391541" y="274329"/>
                  <a:pt x="373826" y="287861"/>
                  <a:pt x="353821" y="287105"/>
                </a:cubicBezTo>
                <a:cubicBezTo>
                  <a:pt x="338567" y="286536"/>
                  <a:pt x="324021" y="283032"/>
                  <a:pt x="311392" y="274570"/>
                </a:cubicBezTo>
                <a:lnTo>
                  <a:pt x="277726" y="252008"/>
                </a:lnTo>
                <a:cubicBezTo>
                  <a:pt x="257760" y="236529"/>
                  <a:pt x="236851" y="223551"/>
                  <a:pt x="212863" y="213786"/>
                </a:cubicBezTo>
                <a:cubicBezTo>
                  <a:pt x="218022" y="235690"/>
                  <a:pt x="226890" y="254326"/>
                  <a:pt x="237229" y="273082"/>
                </a:cubicBezTo>
                <a:cubicBezTo>
                  <a:pt x="248840" y="294146"/>
                  <a:pt x="268664" y="330703"/>
                  <a:pt x="269581" y="351281"/>
                </a:cubicBezTo>
                <a:cubicBezTo>
                  <a:pt x="270328" y="368047"/>
                  <a:pt x="262802" y="386479"/>
                  <a:pt x="246106" y="393988"/>
                </a:cubicBezTo>
                <a:lnTo>
                  <a:pt x="246123" y="394009"/>
                </a:lnTo>
                <a:cubicBezTo>
                  <a:pt x="229900" y="401309"/>
                  <a:pt x="210298" y="395495"/>
                  <a:pt x="198604" y="383786"/>
                </a:cubicBezTo>
                <a:cubicBezTo>
                  <a:pt x="184847" y="370016"/>
                  <a:pt x="184037" y="333452"/>
                  <a:pt x="186930" y="312064"/>
                </a:cubicBezTo>
                <a:lnTo>
                  <a:pt x="191644" y="277111"/>
                </a:lnTo>
                <a:cubicBezTo>
                  <a:pt x="194287" y="257526"/>
                  <a:pt x="194809" y="238559"/>
                  <a:pt x="191992" y="218052"/>
                </a:cubicBezTo>
                <a:cubicBezTo>
                  <a:pt x="173570" y="235277"/>
                  <a:pt x="158986" y="253976"/>
                  <a:pt x="146020" y="274836"/>
                </a:cubicBezTo>
                <a:cubicBezTo>
                  <a:pt x="136006" y="290953"/>
                  <a:pt x="126016" y="306071"/>
                  <a:pt x="113756" y="320504"/>
                </a:cubicBezTo>
                <a:cubicBezTo>
                  <a:pt x="107152" y="328281"/>
                  <a:pt x="99665" y="334654"/>
                  <a:pt x="90341" y="338935"/>
                </a:cubicBezTo>
                <a:cubicBezTo>
                  <a:pt x="74347" y="346272"/>
                  <a:pt x="55558" y="343990"/>
                  <a:pt x="42703" y="332486"/>
                </a:cubicBezTo>
                <a:cubicBezTo>
                  <a:pt x="32867" y="323684"/>
                  <a:pt x="29361" y="311880"/>
                  <a:pt x="32856" y="299410"/>
                </a:cubicBezTo>
                <a:cubicBezTo>
                  <a:pt x="35788" y="288932"/>
                  <a:pt x="40995" y="279759"/>
                  <a:pt x="48816" y="271999"/>
                </a:cubicBezTo>
                <a:cubicBezTo>
                  <a:pt x="56637" y="264238"/>
                  <a:pt x="64390" y="258269"/>
                  <a:pt x="74047" y="253899"/>
                </a:cubicBezTo>
                <a:lnTo>
                  <a:pt x="112286" y="236591"/>
                </a:lnTo>
                <a:cubicBezTo>
                  <a:pt x="134459" y="226552"/>
                  <a:pt x="156171" y="217129"/>
                  <a:pt x="177023" y="203107"/>
                </a:cubicBezTo>
                <a:cubicBezTo>
                  <a:pt x="130757" y="189762"/>
                  <a:pt x="75788" y="200667"/>
                  <a:pt x="34342" y="189387"/>
                </a:cubicBezTo>
                <a:cubicBezTo>
                  <a:pt x="19195" y="185266"/>
                  <a:pt x="7530" y="173937"/>
                  <a:pt x="2195" y="160436"/>
                </a:cubicBezTo>
                <a:cubicBezTo>
                  <a:pt x="-6235" y="139108"/>
                  <a:pt x="10629" y="114031"/>
                  <a:pt x="35442" y="111700"/>
                </a:cubicBezTo>
                <a:cubicBezTo>
                  <a:pt x="71031" y="108367"/>
                  <a:pt x="99045" y="131096"/>
                  <a:pt x="126906" y="151097"/>
                </a:cubicBezTo>
                <a:cubicBezTo>
                  <a:pt x="144936" y="164035"/>
                  <a:pt x="163360" y="175189"/>
                  <a:pt x="185089" y="182501"/>
                </a:cubicBezTo>
                <a:cubicBezTo>
                  <a:pt x="179560" y="160787"/>
                  <a:pt x="171367" y="142135"/>
                  <a:pt x="160623" y="123937"/>
                </a:cubicBezTo>
                <a:cubicBezTo>
                  <a:pt x="151216" y="108014"/>
                  <a:pt x="142020" y="92867"/>
                  <a:pt x="134370" y="76024"/>
                </a:cubicBezTo>
                <a:cubicBezTo>
                  <a:pt x="128924" y="64030"/>
                  <a:pt x="126206" y="51838"/>
                  <a:pt x="127306" y="38705"/>
                </a:cubicBezTo>
                <a:cubicBezTo>
                  <a:pt x="129270" y="15210"/>
                  <a:pt x="149618" y="-2908"/>
                  <a:pt x="173334" y="388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388AB206-FB3B-AF06-B7BA-4F5597253EC0}"/>
              </a:ext>
            </a:extLst>
          </p:cNvPr>
          <p:cNvSpPr>
            <a:spLocks noChangeAspect="1"/>
          </p:cNvSpPr>
          <p:nvPr/>
        </p:nvSpPr>
        <p:spPr>
          <a:xfrm>
            <a:off x="6593512" y="4090452"/>
            <a:ext cx="1798975" cy="329685"/>
          </a:xfrm>
          <a:custGeom>
            <a:avLst/>
            <a:gdLst>
              <a:gd name="csX0" fmla="*/ 1673155 w 2176760"/>
              <a:gd name="csY0" fmla="*/ 227360 h 398918"/>
              <a:gd name="csX1" fmla="*/ 1666259 w 2176760"/>
              <a:gd name="csY1" fmla="*/ 230065 h 398918"/>
              <a:gd name="csX2" fmla="*/ 1657600 w 2176760"/>
              <a:gd name="csY2" fmla="*/ 232366 h 398918"/>
              <a:gd name="csX3" fmla="*/ 1647856 w 2176760"/>
              <a:gd name="csY3" fmla="*/ 234260 h 398918"/>
              <a:gd name="csX4" fmla="*/ 1638246 w 2176760"/>
              <a:gd name="csY4" fmla="*/ 235748 h 398918"/>
              <a:gd name="csX5" fmla="*/ 1622282 w 2176760"/>
              <a:gd name="csY5" fmla="*/ 240349 h 398918"/>
              <a:gd name="csX6" fmla="*/ 1612271 w 2176760"/>
              <a:gd name="csY6" fmla="*/ 248467 h 398918"/>
              <a:gd name="csX7" fmla="*/ 1608890 w 2176760"/>
              <a:gd name="csY7" fmla="*/ 260103 h 398918"/>
              <a:gd name="csX8" fmla="*/ 1616195 w 2176760"/>
              <a:gd name="csY8" fmla="*/ 275797 h 398918"/>
              <a:gd name="csX9" fmla="*/ 1634998 w 2176760"/>
              <a:gd name="csY9" fmla="*/ 281209 h 398918"/>
              <a:gd name="csX10" fmla="*/ 1654209 w 2176760"/>
              <a:gd name="csY10" fmla="*/ 276879 h 398918"/>
              <a:gd name="csX11" fmla="*/ 1668011 w 2176760"/>
              <a:gd name="csY11" fmla="*/ 264973 h 398918"/>
              <a:gd name="csX12" fmla="*/ 1673155 w 2176760"/>
              <a:gd name="csY12" fmla="*/ 247113 h 398918"/>
              <a:gd name="csX13" fmla="*/ 1434430 w 2176760"/>
              <a:gd name="csY13" fmla="*/ 162146 h 398918"/>
              <a:gd name="csX14" fmla="*/ 1413732 w 2176760"/>
              <a:gd name="csY14" fmla="*/ 168776 h 398918"/>
              <a:gd name="csX15" fmla="*/ 1400606 w 2176760"/>
              <a:gd name="csY15" fmla="*/ 187717 h 398918"/>
              <a:gd name="csX16" fmla="*/ 1396139 w 2176760"/>
              <a:gd name="csY16" fmla="*/ 217077 h 398918"/>
              <a:gd name="csX17" fmla="*/ 1400606 w 2176760"/>
              <a:gd name="csY17" fmla="*/ 246302 h 398918"/>
              <a:gd name="csX18" fmla="*/ 1413732 w 2176760"/>
              <a:gd name="csY18" fmla="*/ 265649 h 398918"/>
              <a:gd name="csX19" fmla="*/ 1434430 w 2176760"/>
              <a:gd name="csY19" fmla="*/ 272415 h 398918"/>
              <a:gd name="csX20" fmla="*/ 1455127 w 2176760"/>
              <a:gd name="csY20" fmla="*/ 265649 h 398918"/>
              <a:gd name="csX21" fmla="*/ 1467986 w 2176760"/>
              <a:gd name="csY21" fmla="*/ 246302 h 398918"/>
              <a:gd name="csX22" fmla="*/ 1472444 w 2176760"/>
              <a:gd name="csY22" fmla="*/ 217077 h 398918"/>
              <a:gd name="csX23" fmla="*/ 1467986 w 2176760"/>
              <a:gd name="csY23" fmla="*/ 187988 h 398918"/>
              <a:gd name="csX24" fmla="*/ 1455127 w 2176760"/>
              <a:gd name="csY24" fmla="*/ 168911 h 398918"/>
              <a:gd name="csX25" fmla="*/ 1434430 w 2176760"/>
              <a:gd name="csY25" fmla="*/ 162146 h 398918"/>
              <a:gd name="csX26" fmla="*/ 878231 w 2176760"/>
              <a:gd name="csY26" fmla="*/ 159440 h 398918"/>
              <a:gd name="csX27" fmla="*/ 857395 w 2176760"/>
              <a:gd name="csY27" fmla="*/ 166746 h 398918"/>
              <a:gd name="csX28" fmla="*/ 844542 w 2176760"/>
              <a:gd name="csY28" fmla="*/ 187041 h 398918"/>
              <a:gd name="csX29" fmla="*/ 840212 w 2176760"/>
              <a:gd name="csY29" fmla="*/ 217348 h 398918"/>
              <a:gd name="csX30" fmla="*/ 844542 w 2176760"/>
              <a:gd name="csY30" fmla="*/ 247384 h 398918"/>
              <a:gd name="csX31" fmla="*/ 857395 w 2176760"/>
              <a:gd name="csY31" fmla="*/ 267679 h 398918"/>
              <a:gd name="csX32" fmla="*/ 878231 w 2176760"/>
              <a:gd name="csY32" fmla="*/ 274985 h 398918"/>
              <a:gd name="csX33" fmla="*/ 898390 w 2176760"/>
              <a:gd name="csY33" fmla="*/ 267679 h 398918"/>
              <a:gd name="csX34" fmla="*/ 910973 w 2176760"/>
              <a:gd name="csY34" fmla="*/ 247384 h 398918"/>
              <a:gd name="csX35" fmla="*/ 915438 w 2176760"/>
              <a:gd name="csY35" fmla="*/ 217348 h 398918"/>
              <a:gd name="csX36" fmla="*/ 910973 w 2176760"/>
              <a:gd name="csY36" fmla="*/ 187041 h 398918"/>
              <a:gd name="csX37" fmla="*/ 898390 w 2176760"/>
              <a:gd name="csY37" fmla="*/ 166746 h 398918"/>
              <a:gd name="csX38" fmla="*/ 878231 w 2176760"/>
              <a:gd name="csY38" fmla="*/ 159440 h 398918"/>
              <a:gd name="csX39" fmla="*/ 1958524 w 2176760"/>
              <a:gd name="csY39" fmla="*/ 113168 h 398918"/>
              <a:gd name="csX40" fmla="*/ 2027789 w 2176760"/>
              <a:gd name="csY40" fmla="*/ 113168 h 398918"/>
              <a:gd name="csX41" fmla="*/ 2066080 w 2176760"/>
              <a:gd name="csY41" fmla="*/ 261455 h 398918"/>
              <a:gd name="csX42" fmla="*/ 2068252 w 2176760"/>
              <a:gd name="csY42" fmla="*/ 261455 h 398918"/>
              <a:gd name="csX43" fmla="*/ 2107076 w 2176760"/>
              <a:gd name="csY43" fmla="*/ 113168 h 398918"/>
              <a:gd name="csX44" fmla="*/ 2176760 w 2176760"/>
              <a:gd name="csY44" fmla="*/ 113168 h 398918"/>
              <a:gd name="csX45" fmla="*/ 2098417 w 2176760"/>
              <a:gd name="csY45" fmla="*/ 340875 h 398918"/>
              <a:gd name="csX46" fmla="*/ 2082320 w 2176760"/>
              <a:gd name="csY46" fmla="*/ 370912 h 398918"/>
              <a:gd name="csX47" fmla="*/ 2055669 w 2176760"/>
              <a:gd name="csY47" fmla="*/ 391477 h 398918"/>
              <a:gd name="csX48" fmla="*/ 2015617 w 2176760"/>
              <a:gd name="csY48" fmla="*/ 398918 h 398918"/>
              <a:gd name="csX49" fmla="*/ 1993157 w 2176760"/>
              <a:gd name="csY49" fmla="*/ 397024 h 398918"/>
              <a:gd name="csX50" fmla="*/ 1975030 w 2176760"/>
              <a:gd name="csY50" fmla="*/ 392289 h 398918"/>
              <a:gd name="csX51" fmla="*/ 1989642 w 2176760"/>
              <a:gd name="csY51" fmla="*/ 344258 h 398918"/>
              <a:gd name="csX52" fmla="*/ 2007225 w 2176760"/>
              <a:gd name="csY52" fmla="*/ 348046 h 398918"/>
              <a:gd name="csX53" fmla="*/ 2020893 w 2176760"/>
              <a:gd name="csY53" fmla="*/ 345475 h 398918"/>
              <a:gd name="csX54" fmla="*/ 2029818 w 2176760"/>
              <a:gd name="csY54" fmla="*/ 334787 h 398918"/>
              <a:gd name="csX55" fmla="*/ 2032390 w 2176760"/>
              <a:gd name="csY55" fmla="*/ 328563 h 398918"/>
              <a:gd name="csX56" fmla="*/ 1888582 w 2176760"/>
              <a:gd name="csY56" fmla="*/ 110462 h 398918"/>
              <a:gd name="csX57" fmla="*/ 1926596 w 2176760"/>
              <a:gd name="csY57" fmla="*/ 120339 h 398918"/>
              <a:gd name="csX58" fmla="*/ 1951761 w 2176760"/>
              <a:gd name="csY58" fmla="*/ 147669 h 398918"/>
              <a:gd name="csX59" fmla="*/ 1960695 w 2176760"/>
              <a:gd name="csY59" fmla="*/ 188530 h 398918"/>
              <a:gd name="csX60" fmla="*/ 1960695 w 2176760"/>
              <a:gd name="csY60" fmla="*/ 320986 h 398918"/>
              <a:gd name="csX61" fmla="*/ 1894535 w 2176760"/>
              <a:gd name="csY61" fmla="*/ 320986 h 398918"/>
              <a:gd name="csX62" fmla="*/ 1894535 w 2176760"/>
              <a:gd name="csY62" fmla="*/ 201518 h 398918"/>
              <a:gd name="csX63" fmla="*/ 1885734 w 2176760"/>
              <a:gd name="csY63" fmla="*/ 174458 h 398918"/>
              <a:gd name="csX64" fmla="*/ 1861245 w 2176760"/>
              <a:gd name="csY64" fmla="*/ 164717 h 398918"/>
              <a:gd name="csX65" fmla="*/ 1842843 w 2176760"/>
              <a:gd name="csY65" fmla="*/ 169317 h 398918"/>
              <a:gd name="csX66" fmla="*/ 1830670 w 2176760"/>
              <a:gd name="csY66" fmla="*/ 182170 h 398918"/>
              <a:gd name="csX67" fmla="*/ 1826345 w 2176760"/>
              <a:gd name="csY67" fmla="*/ 202465 h 398918"/>
              <a:gd name="csX68" fmla="*/ 1826345 w 2176760"/>
              <a:gd name="csY68" fmla="*/ 320986 h 398918"/>
              <a:gd name="csX69" fmla="*/ 1760175 w 2176760"/>
              <a:gd name="csY69" fmla="*/ 320986 h 398918"/>
              <a:gd name="csX70" fmla="*/ 1760175 w 2176760"/>
              <a:gd name="csY70" fmla="*/ 113168 h 398918"/>
              <a:gd name="csX71" fmla="*/ 1823097 w 2176760"/>
              <a:gd name="csY71" fmla="*/ 113168 h 398918"/>
              <a:gd name="csX72" fmla="*/ 1823097 w 2176760"/>
              <a:gd name="csY72" fmla="*/ 151322 h 398918"/>
              <a:gd name="csX73" fmla="*/ 1825393 w 2176760"/>
              <a:gd name="csY73" fmla="*/ 151322 h 398918"/>
              <a:gd name="csX74" fmla="*/ 1848939 w 2176760"/>
              <a:gd name="csY74" fmla="*/ 121421 h 398918"/>
              <a:gd name="csX75" fmla="*/ 1888582 w 2176760"/>
              <a:gd name="csY75" fmla="*/ 110462 h 398918"/>
              <a:gd name="csX76" fmla="*/ 1646770 w 2176760"/>
              <a:gd name="csY76" fmla="*/ 110462 h 398918"/>
              <a:gd name="csX77" fmla="*/ 1683442 w 2176760"/>
              <a:gd name="csY77" fmla="*/ 115198 h 398918"/>
              <a:gd name="csX78" fmla="*/ 1712664 w 2176760"/>
              <a:gd name="csY78" fmla="*/ 128727 h 398918"/>
              <a:gd name="csX79" fmla="*/ 1731876 w 2176760"/>
              <a:gd name="csY79" fmla="*/ 150375 h 398918"/>
              <a:gd name="csX80" fmla="*/ 1738772 w 2176760"/>
              <a:gd name="csY80" fmla="*/ 179735 h 398918"/>
              <a:gd name="csX81" fmla="*/ 1738772 w 2176760"/>
              <a:gd name="csY81" fmla="*/ 320986 h 398918"/>
              <a:gd name="csX82" fmla="*/ 1676536 w 2176760"/>
              <a:gd name="csY82" fmla="*/ 320986 h 398918"/>
              <a:gd name="csX83" fmla="*/ 1676536 w 2176760"/>
              <a:gd name="csY83" fmla="*/ 292032 h 398918"/>
              <a:gd name="csX84" fmla="*/ 1674917 w 2176760"/>
              <a:gd name="csY84" fmla="*/ 292032 h 398918"/>
              <a:gd name="csX85" fmla="*/ 1660705 w 2176760"/>
              <a:gd name="csY85" fmla="*/ 309892 h 398918"/>
              <a:gd name="csX86" fmla="*/ 1640551 w 2176760"/>
              <a:gd name="csY86" fmla="*/ 320851 h 398918"/>
              <a:gd name="csX87" fmla="*/ 1614576 w 2176760"/>
              <a:gd name="csY87" fmla="*/ 324504 h 398918"/>
              <a:gd name="csX88" fmla="*/ 1579257 w 2176760"/>
              <a:gd name="csY88" fmla="*/ 317875 h 398918"/>
              <a:gd name="csX89" fmla="*/ 1555045 w 2176760"/>
              <a:gd name="csY89" fmla="*/ 297580 h 398918"/>
              <a:gd name="csX90" fmla="*/ 1546244 w 2176760"/>
              <a:gd name="csY90" fmla="*/ 263350 h 398918"/>
              <a:gd name="csX91" fmla="*/ 1552330 w 2176760"/>
              <a:gd name="csY91" fmla="*/ 234125 h 398918"/>
              <a:gd name="csX92" fmla="*/ 1569113 w 2176760"/>
              <a:gd name="csY92" fmla="*/ 214777 h 398918"/>
              <a:gd name="csX93" fmla="*/ 1593735 w 2176760"/>
              <a:gd name="csY93" fmla="*/ 203548 h 398918"/>
              <a:gd name="csX94" fmla="*/ 1623501 w 2176760"/>
              <a:gd name="csY94" fmla="*/ 198271 h 398918"/>
              <a:gd name="csX95" fmla="*/ 1652047 w 2176760"/>
              <a:gd name="csY95" fmla="*/ 194889 h 398918"/>
              <a:gd name="csX96" fmla="*/ 1667745 w 2176760"/>
              <a:gd name="csY96" fmla="*/ 189612 h 398918"/>
              <a:gd name="csX97" fmla="*/ 1672755 w 2176760"/>
              <a:gd name="csY97" fmla="*/ 179735 h 398918"/>
              <a:gd name="csX98" fmla="*/ 1672755 w 2176760"/>
              <a:gd name="csY98" fmla="*/ 179058 h 398918"/>
              <a:gd name="csX99" fmla="*/ 1665582 w 2176760"/>
              <a:gd name="csY99" fmla="*/ 162958 h 398918"/>
              <a:gd name="csX100" fmla="*/ 1646228 w 2176760"/>
              <a:gd name="csY100" fmla="*/ 157275 h 398918"/>
              <a:gd name="csX101" fmla="*/ 1625130 w 2176760"/>
              <a:gd name="csY101" fmla="*/ 162958 h 398918"/>
              <a:gd name="csX102" fmla="*/ 1614976 w 2176760"/>
              <a:gd name="csY102" fmla="*/ 178652 h 398918"/>
              <a:gd name="csX103" fmla="*/ 1553959 w 2176760"/>
              <a:gd name="csY103" fmla="*/ 176487 h 398918"/>
              <a:gd name="csX104" fmla="*/ 1567894 w 2176760"/>
              <a:gd name="csY104" fmla="*/ 142663 h 398918"/>
              <a:gd name="csX105" fmla="*/ 1599012 w 2176760"/>
              <a:gd name="csY105" fmla="*/ 119121 h 398918"/>
              <a:gd name="csX106" fmla="*/ 1646770 w 2176760"/>
              <a:gd name="csY106" fmla="*/ 110462 h 398918"/>
              <a:gd name="csX107" fmla="*/ 1457699 w 2176760"/>
              <a:gd name="csY107" fmla="*/ 110462 h 398918"/>
              <a:gd name="csX108" fmla="*/ 1498152 w 2176760"/>
              <a:gd name="csY108" fmla="*/ 121827 h 398918"/>
              <a:gd name="csX109" fmla="*/ 1528727 w 2176760"/>
              <a:gd name="csY109" fmla="*/ 156870 h 398918"/>
              <a:gd name="csX110" fmla="*/ 1540367 w 2176760"/>
              <a:gd name="csY110" fmla="*/ 217212 h 398918"/>
              <a:gd name="csX111" fmla="*/ 1529137 w 2176760"/>
              <a:gd name="csY111" fmla="*/ 276338 h 398918"/>
              <a:gd name="csX112" fmla="*/ 1499104 w 2176760"/>
              <a:gd name="csY112" fmla="*/ 312057 h 398918"/>
              <a:gd name="csX113" fmla="*/ 1457290 w 2176760"/>
              <a:gd name="csY113" fmla="*/ 323963 h 398918"/>
              <a:gd name="csX114" fmla="*/ 1430096 w 2176760"/>
              <a:gd name="csY114" fmla="*/ 318821 h 398918"/>
              <a:gd name="csX115" fmla="*/ 1410750 w 2176760"/>
              <a:gd name="csY115" fmla="*/ 305292 h 398918"/>
              <a:gd name="csX116" fmla="*/ 1398844 w 2176760"/>
              <a:gd name="csY116" fmla="*/ 287297 h 398918"/>
              <a:gd name="csX117" fmla="*/ 1397492 w 2176760"/>
              <a:gd name="csY117" fmla="*/ 287297 h 398918"/>
              <a:gd name="csX118" fmla="*/ 1397492 w 2176760"/>
              <a:gd name="csY118" fmla="*/ 398918 h 398918"/>
              <a:gd name="csX119" fmla="*/ 1331331 w 2176760"/>
              <a:gd name="csY119" fmla="*/ 398918 h 398918"/>
              <a:gd name="csX120" fmla="*/ 1331331 w 2176760"/>
              <a:gd name="csY120" fmla="*/ 113168 h 398918"/>
              <a:gd name="csX121" fmla="*/ 1396815 w 2176760"/>
              <a:gd name="csY121" fmla="*/ 113168 h 398918"/>
              <a:gd name="csX122" fmla="*/ 1396815 w 2176760"/>
              <a:gd name="csY122" fmla="*/ 148751 h 398918"/>
              <a:gd name="csX123" fmla="*/ 1398844 w 2176760"/>
              <a:gd name="csY123" fmla="*/ 148751 h 398918"/>
              <a:gd name="csX124" fmla="*/ 1410350 w 2176760"/>
              <a:gd name="csY124" fmla="*/ 130486 h 398918"/>
              <a:gd name="csX125" fmla="*/ 1429562 w 2176760"/>
              <a:gd name="csY125" fmla="*/ 116145 h 398918"/>
              <a:gd name="csX126" fmla="*/ 1457699 w 2176760"/>
              <a:gd name="csY126" fmla="*/ 110462 h 398918"/>
              <a:gd name="csX127" fmla="*/ 1121591 w 2176760"/>
              <a:gd name="csY127" fmla="*/ 110462 h 398918"/>
              <a:gd name="csX128" fmla="*/ 1158662 w 2176760"/>
              <a:gd name="csY128" fmla="*/ 121557 h 398918"/>
              <a:gd name="csX129" fmla="*/ 1178283 w 2176760"/>
              <a:gd name="csY129" fmla="*/ 151322 h 398918"/>
              <a:gd name="csX130" fmla="*/ 1180445 w 2176760"/>
              <a:gd name="csY130" fmla="*/ 151322 h 398918"/>
              <a:gd name="csX131" fmla="*/ 1203182 w 2176760"/>
              <a:gd name="csY131" fmla="*/ 121692 h 398918"/>
              <a:gd name="csX132" fmla="*/ 1243091 w 2176760"/>
              <a:gd name="csY132" fmla="*/ 110462 h 398918"/>
              <a:gd name="csX133" fmla="*/ 1290983 w 2176760"/>
              <a:gd name="csY133" fmla="*/ 129404 h 398918"/>
              <a:gd name="csX134" fmla="*/ 1309385 w 2176760"/>
              <a:gd name="csY134" fmla="*/ 181088 h 398918"/>
              <a:gd name="csX135" fmla="*/ 1309385 w 2176760"/>
              <a:gd name="csY135" fmla="*/ 320986 h 398918"/>
              <a:gd name="csX136" fmla="*/ 1243225 w 2176760"/>
              <a:gd name="csY136" fmla="*/ 320986 h 398918"/>
              <a:gd name="csX137" fmla="*/ 1243225 w 2176760"/>
              <a:gd name="csY137" fmla="*/ 196241 h 398918"/>
              <a:gd name="csX138" fmla="*/ 1235243 w 2176760"/>
              <a:gd name="csY138" fmla="*/ 172564 h 398918"/>
              <a:gd name="csX139" fmla="*/ 1214545 w 2176760"/>
              <a:gd name="csY139" fmla="*/ 164311 h 398918"/>
              <a:gd name="csX140" fmla="*/ 1193028 w 2176760"/>
              <a:gd name="csY140" fmla="*/ 173240 h 398918"/>
              <a:gd name="csX141" fmla="*/ 1185322 w 2176760"/>
              <a:gd name="csY141" fmla="*/ 196917 h 398918"/>
              <a:gd name="csX142" fmla="*/ 1185322 w 2176760"/>
              <a:gd name="csY142" fmla="*/ 320986 h 398918"/>
              <a:gd name="csX143" fmla="*/ 1121724 w 2176760"/>
              <a:gd name="csY143" fmla="*/ 320986 h 398918"/>
              <a:gd name="csX144" fmla="*/ 1121724 w 2176760"/>
              <a:gd name="csY144" fmla="*/ 195565 h 398918"/>
              <a:gd name="csX145" fmla="*/ 1113885 w 2176760"/>
              <a:gd name="csY145" fmla="*/ 172699 h 398918"/>
              <a:gd name="csX146" fmla="*/ 1093177 w 2176760"/>
              <a:gd name="csY146" fmla="*/ 164311 h 398918"/>
              <a:gd name="csX147" fmla="*/ 1077890 w 2176760"/>
              <a:gd name="csY147" fmla="*/ 168505 h 398918"/>
              <a:gd name="csX148" fmla="*/ 1067469 w 2176760"/>
              <a:gd name="csY148" fmla="*/ 180141 h 398918"/>
              <a:gd name="csX149" fmla="*/ 1063821 w 2176760"/>
              <a:gd name="csY149" fmla="*/ 198000 h 398918"/>
              <a:gd name="csX150" fmla="*/ 1063821 w 2176760"/>
              <a:gd name="csY150" fmla="*/ 320986 h 398918"/>
              <a:gd name="csX151" fmla="*/ 997661 w 2176760"/>
              <a:gd name="csY151" fmla="*/ 320986 h 398918"/>
              <a:gd name="csX152" fmla="*/ 997661 w 2176760"/>
              <a:gd name="csY152" fmla="*/ 113168 h 398918"/>
              <a:gd name="csX153" fmla="*/ 1060573 w 2176760"/>
              <a:gd name="csY153" fmla="*/ 113168 h 398918"/>
              <a:gd name="csX154" fmla="*/ 1060573 w 2176760"/>
              <a:gd name="csY154" fmla="*/ 151322 h 398918"/>
              <a:gd name="csX155" fmla="*/ 1062869 w 2176760"/>
              <a:gd name="csY155" fmla="*/ 151322 h 398918"/>
              <a:gd name="csX156" fmla="*/ 1084795 w 2176760"/>
              <a:gd name="csY156" fmla="*/ 121421 h 398918"/>
              <a:gd name="csX157" fmla="*/ 1121591 w 2176760"/>
              <a:gd name="csY157" fmla="*/ 110462 h 398918"/>
              <a:gd name="csX158" fmla="*/ 877825 w 2176760"/>
              <a:gd name="csY158" fmla="*/ 110462 h 398918"/>
              <a:gd name="csX159" fmla="*/ 933977 w 2176760"/>
              <a:gd name="csY159" fmla="*/ 123992 h 398918"/>
              <a:gd name="csX160" fmla="*/ 970095 w 2176760"/>
              <a:gd name="csY160" fmla="*/ 161604 h 398918"/>
              <a:gd name="csX161" fmla="*/ 982821 w 2176760"/>
              <a:gd name="csY161" fmla="*/ 217753 h 398918"/>
              <a:gd name="csX162" fmla="*/ 970095 w 2176760"/>
              <a:gd name="csY162" fmla="*/ 273902 h 398918"/>
              <a:gd name="csX163" fmla="*/ 933977 w 2176760"/>
              <a:gd name="csY163" fmla="*/ 311516 h 398918"/>
              <a:gd name="csX164" fmla="*/ 877825 w 2176760"/>
              <a:gd name="csY164" fmla="*/ 324910 h 398918"/>
              <a:gd name="csX165" fmla="*/ 821541 w 2176760"/>
              <a:gd name="csY165" fmla="*/ 311516 h 398918"/>
              <a:gd name="csX166" fmla="*/ 785416 w 2176760"/>
              <a:gd name="csY166" fmla="*/ 273902 h 398918"/>
              <a:gd name="csX167" fmla="*/ 772834 w 2176760"/>
              <a:gd name="csY167" fmla="*/ 217753 h 398918"/>
              <a:gd name="csX168" fmla="*/ 785416 w 2176760"/>
              <a:gd name="csY168" fmla="*/ 161604 h 398918"/>
              <a:gd name="csX169" fmla="*/ 821541 w 2176760"/>
              <a:gd name="csY169" fmla="*/ 123992 h 398918"/>
              <a:gd name="csX170" fmla="*/ 877825 w 2176760"/>
              <a:gd name="csY170" fmla="*/ 110462 h 398918"/>
              <a:gd name="csX171" fmla="*/ 638422 w 2176760"/>
              <a:gd name="csY171" fmla="*/ 40107 h 398918"/>
              <a:gd name="csX172" fmla="*/ 684964 w 2176760"/>
              <a:gd name="csY172" fmla="*/ 47143 h 398918"/>
              <a:gd name="csX173" fmla="*/ 722577 w 2176760"/>
              <a:gd name="csY173" fmla="*/ 67437 h 398918"/>
              <a:gd name="csX174" fmla="*/ 748960 w 2176760"/>
              <a:gd name="csY174" fmla="*/ 100044 h 398918"/>
              <a:gd name="csX175" fmla="*/ 761543 w 2176760"/>
              <a:gd name="csY175" fmla="*/ 144287 h 398918"/>
              <a:gd name="csX176" fmla="*/ 693894 w 2176760"/>
              <a:gd name="csY176" fmla="*/ 144287 h 398918"/>
              <a:gd name="csX177" fmla="*/ 688347 w 2176760"/>
              <a:gd name="csY177" fmla="*/ 125480 h 398918"/>
              <a:gd name="csX178" fmla="*/ 677252 w 2176760"/>
              <a:gd name="csY178" fmla="*/ 111139 h 398918"/>
              <a:gd name="csX179" fmla="*/ 660881 w 2176760"/>
              <a:gd name="csY179" fmla="*/ 102073 h 398918"/>
              <a:gd name="csX180" fmla="*/ 640181 w 2176760"/>
              <a:gd name="csY180" fmla="*/ 98826 h 398918"/>
              <a:gd name="csX181" fmla="*/ 605409 w 2176760"/>
              <a:gd name="csY181" fmla="*/ 108704 h 398918"/>
              <a:gd name="csX182" fmla="*/ 583084 w 2176760"/>
              <a:gd name="csY182" fmla="*/ 137251 h 398918"/>
              <a:gd name="csX183" fmla="*/ 575373 w 2176760"/>
              <a:gd name="csY183" fmla="*/ 182440 h 398918"/>
              <a:gd name="csX184" fmla="*/ 583219 w 2176760"/>
              <a:gd name="csY184" fmla="*/ 228713 h 398918"/>
              <a:gd name="csX185" fmla="*/ 605544 w 2176760"/>
              <a:gd name="csY185" fmla="*/ 256719 h 398918"/>
              <a:gd name="csX186" fmla="*/ 639774 w 2176760"/>
              <a:gd name="csY186" fmla="*/ 266056 h 398918"/>
              <a:gd name="csX187" fmla="*/ 659934 w 2176760"/>
              <a:gd name="csY187" fmla="*/ 263214 h 398918"/>
              <a:gd name="csX188" fmla="*/ 676035 w 2176760"/>
              <a:gd name="csY188" fmla="*/ 254961 h 398918"/>
              <a:gd name="csX189" fmla="*/ 687535 w 2176760"/>
              <a:gd name="csY189" fmla="*/ 241566 h 398918"/>
              <a:gd name="csX190" fmla="*/ 693894 w 2176760"/>
              <a:gd name="csY190" fmla="*/ 223571 h 398918"/>
              <a:gd name="csX191" fmla="*/ 761543 w 2176760"/>
              <a:gd name="csY191" fmla="*/ 223977 h 398918"/>
              <a:gd name="csX192" fmla="*/ 750855 w 2176760"/>
              <a:gd name="csY192" fmla="*/ 260238 h 398918"/>
              <a:gd name="csX193" fmla="*/ 726636 w 2176760"/>
              <a:gd name="csY193" fmla="*/ 292845 h 398918"/>
              <a:gd name="csX194" fmla="*/ 689023 w 2176760"/>
              <a:gd name="csY194" fmla="*/ 316115 h 398918"/>
              <a:gd name="csX195" fmla="*/ 638422 w 2176760"/>
              <a:gd name="csY195" fmla="*/ 324774 h 398918"/>
              <a:gd name="csX196" fmla="*/ 571043 w 2176760"/>
              <a:gd name="csY196" fmla="*/ 308269 h 398918"/>
              <a:gd name="csX197" fmla="*/ 524230 w 2176760"/>
              <a:gd name="csY197" fmla="*/ 259831 h 398918"/>
              <a:gd name="csX198" fmla="*/ 507047 w 2176760"/>
              <a:gd name="csY198" fmla="*/ 182440 h 398918"/>
              <a:gd name="csX199" fmla="*/ 524501 w 2176760"/>
              <a:gd name="csY199" fmla="*/ 104915 h 398918"/>
              <a:gd name="csX200" fmla="*/ 571720 w 2176760"/>
              <a:gd name="csY200" fmla="*/ 56613 h 398918"/>
              <a:gd name="csX201" fmla="*/ 638422 w 2176760"/>
              <a:gd name="csY201" fmla="*/ 40107 h 398918"/>
              <a:gd name="csX202" fmla="*/ 173334 w 2176760"/>
              <a:gd name="csY202" fmla="*/ 388 h 398918"/>
              <a:gd name="csX203" fmla="*/ 203201 w 2176760"/>
              <a:gd name="csY203" fmla="*/ 23874 h 398918"/>
              <a:gd name="csX204" fmla="*/ 207884 w 2176760"/>
              <a:gd name="csY204" fmla="*/ 106674 h 398918"/>
              <a:gd name="csX205" fmla="*/ 205931 w 2176760"/>
              <a:gd name="csY205" fmla="*/ 178674 h 398918"/>
              <a:gd name="csX206" fmla="*/ 245788 w 2176760"/>
              <a:gd name="csY206" fmla="*/ 130013 h 398918"/>
              <a:gd name="csX207" fmla="*/ 275688 w 2176760"/>
              <a:gd name="csY207" fmla="*/ 84730 h 398918"/>
              <a:gd name="csX208" fmla="*/ 354140 w 2176760"/>
              <a:gd name="csY208" fmla="*/ 66519 h 398918"/>
              <a:gd name="csX209" fmla="*/ 361481 w 2176760"/>
              <a:gd name="csY209" fmla="*/ 109150 h 398918"/>
              <a:gd name="csX210" fmla="*/ 338417 w 2176760"/>
              <a:gd name="csY210" fmla="*/ 133682 h 398918"/>
              <a:gd name="csX211" fmla="*/ 219060 w 2176760"/>
              <a:gd name="csY211" fmla="*/ 194763 h 398918"/>
              <a:gd name="csX212" fmla="*/ 346051 w 2176760"/>
              <a:gd name="csY212" fmla="*/ 205287 h 398918"/>
              <a:gd name="csX213" fmla="*/ 380609 w 2176760"/>
              <a:gd name="csY213" fmla="*/ 220765 h 398918"/>
              <a:gd name="csX214" fmla="*/ 394527 w 2176760"/>
              <a:gd name="csY214" fmla="*/ 254303 h 398918"/>
              <a:gd name="csX215" fmla="*/ 353821 w 2176760"/>
              <a:gd name="csY215" fmla="*/ 287105 h 398918"/>
              <a:gd name="csX216" fmla="*/ 311392 w 2176760"/>
              <a:gd name="csY216" fmla="*/ 274570 h 398918"/>
              <a:gd name="csX217" fmla="*/ 277726 w 2176760"/>
              <a:gd name="csY217" fmla="*/ 252008 h 398918"/>
              <a:gd name="csX218" fmla="*/ 212863 w 2176760"/>
              <a:gd name="csY218" fmla="*/ 213786 h 398918"/>
              <a:gd name="csX219" fmla="*/ 237229 w 2176760"/>
              <a:gd name="csY219" fmla="*/ 273082 h 398918"/>
              <a:gd name="csX220" fmla="*/ 269581 w 2176760"/>
              <a:gd name="csY220" fmla="*/ 351281 h 398918"/>
              <a:gd name="csX221" fmla="*/ 246106 w 2176760"/>
              <a:gd name="csY221" fmla="*/ 393988 h 398918"/>
              <a:gd name="csX222" fmla="*/ 246123 w 2176760"/>
              <a:gd name="csY222" fmla="*/ 394009 h 398918"/>
              <a:gd name="csX223" fmla="*/ 198604 w 2176760"/>
              <a:gd name="csY223" fmla="*/ 383786 h 398918"/>
              <a:gd name="csX224" fmla="*/ 186930 w 2176760"/>
              <a:gd name="csY224" fmla="*/ 312064 h 398918"/>
              <a:gd name="csX225" fmla="*/ 191644 w 2176760"/>
              <a:gd name="csY225" fmla="*/ 277111 h 398918"/>
              <a:gd name="csX226" fmla="*/ 191992 w 2176760"/>
              <a:gd name="csY226" fmla="*/ 218052 h 398918"/>
              <a:gd name="csX227" fmla="*/ 146020 w 2176760"/>
              <a:gd name="csY227" fmla="*/ 274836 h 398918"/>
              <a:gd name="csX228" fmla="*/ 113756 w 2176760"/>
              <a:gd name="csY228" fmla="*/ 320504 h 398918"/>
              <a:gd name="csX229" fmla="*/ 90341 w 2176760"/>
              <a:gd name="csY229" fmla="*/ 338935 h 398918"/>
              <a:gd name="csX230" fmla="*/ 42703 w 2176760"/>
              <a:gd name="csY230" fmla="*/ 332486 h 398918"/>
              <a:gd name="csX231" fmla="*/ 32856 w 2176760"/>
              <a:gd name="csY231" fmla="*/ 299410 h 398918"/>
              <a:gd name="csX232" fmla="*/ 48816 w 2176760"/>
              <a:gd name="csY232" fmla="*/ 271999 h 398918"/>
              <a:gd name="csX233" fmla="*/ 74047 w 2176760"/>
              <a:gd name="csY233" fmla="*/ 253899 h 398918"/>
              <a:gd name="csX234" fmla="*/ 112286 w 2176760"/>
              <a:gd name="csY234" fmla="*/ 236591 h 398918"/>
              <a:gd name="csX235" fmla="*/ 177023 w 2176760"/>
              <a:gd name="csY235" fmla="*/ 203107 h 398918"/>
              <a:gd name="csX236" fmla="*/ 34342 w 2176760"/>
              <a:gd name="csY236" fmla="*/ 189387 h 398918"/>
              <a:gd name="csX237" fmla="*/ 2195 w 2176760"/>
              <a:gd name="csY237" fmla="*/ 160436 h 398918"/>
              <a:gd name="csX238" fmla="*/ 35442 w 2176760"/>
              <a:gd name="csY238" fmla="*/ 111700 h 398918"/>
              <a:gd name="csX239" fmla="*/ 126906 w 2176760"/>
              <a:gd name="csY239" fmla="*/ 151097 h 398918"/>
              <a:gd name="csX240" fmla="*/ 185089 w 2176760"/>
              <a:gd name="csY240" fmla="*/ 182501 h 398918"/>
              <a:gd name="csX241" fmla="*/ 160623 w 2176760"/>
              <a:gd name="csY241" fmla="*/ 123937 h 398918"/>
              <a:gd name="csX242" fmla="*/ 134370 w 2176760"/>
              <a:gd name="csY242" fmla="*/ 76024 h 398918"/>
              <a:gd name="csX243" fmla="*/ 127306 w 2176760"/>
              <a:gd name="csY243" fmla="*/ 38705 h 398918"/>
              <a:gd name="csX244" fmla="*/ 173334 w 2176760"/>
              <a:gd name="csY244" fmla="*/ 388 h 3989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</a:cxnLst>
            <a:rect l="l" t="t" r="r" b="b"/>
            <a:pathLst>
              <a:path w="2176760" h="398918">
                <a:moveTo>
                  <a:pt x="1673155" y="227360"/>
                </a:moveTo>
                <a:cubicBezTo>
                  <a:pt x="1671259" y="228352"/>
                  <a:pt x="1668964" y="229254"/>
                  <a:pt x="1666259" y="230065"/>
                </a:cubicBezTo>
                <a:cubicBezTo>
                  <a:pt x="1663639" y="230878"/>
                  <a:pt x="1660753" y="231645"/>
                  <a:pt x="1657600" y="232366"/>
                </a:cubicBezTo>
                <a:cubicBezTo>
                  <a:pt x="1654438" y="233088"/>
                  <a:pt x="1651190" y="233719"/>
                  <a:pt x="1647856" y="234260"/>
                </a:cubicBezTo>
                <a:cubicBezTo>
                  <a:pt x="1644513" y="234801"/>
                  <a:pt x="1641313" y="235297"/>
                  <a:pt x="1638246" y="235748"/>
                </a:cubicBezTo>
                <a:cubicBezTo>
                  <a:pt x="1632026" y="236741"/>
                  <a:pt x="1626701" y="238274"/>
                  <a:pt x="1622282" y="240349"/>
                </a:cubicBezTo>
                <a:cubicBezTo>
                  <a:pt x="1617957" y="242423"/>
                  <a:pt x="1614614" y="245129"/>
                  <a:pt x="1612271" y="248467"/>
                </a:cubicBezTo>
                <a:cubicBezTo>
                  <a:pt x="1610013" y="251714"/>
                  <a:pt x="1608890" y="255592"/>
                  <a:pt x="1608890" y="260103"/>
                </a:cubicBezTo>
                <a:cubicBezTo>
                  <a:pt x="1608890" y="266958"/>
                  <a:pt x="1611328" y="272189"/>
                  <a:pt x="1616195" y="275797"/>
                </a:cubicBezTo>
                <a:cubicBezTo>
                  <a:pt x="1621158" y="279405"/>
                  <a:pt x="1627425" y="281209"/>
                  <a:pt x="1634998" y="281209"/>
                </a:cubicBezTo>
                <a:cubicBezTo>
                  <a:pt x="1642132" y="281209"/>
                  <a:pt x="1648533" y="279765"/>
                  <a:pt x="1654209" y="276879"/>
                </a:cubicBezTo>
                <a:cubicBezTo>
                  <a:pt x="1659991" y="273993"/>
                  <a:pt x="1664592" y="270024"/>
                  <a:pt x="1668011" y="264973"/>
                </a:cubicBezTo>
                <a:cubicBezTo>
                  <a:pt x="1671440" y="259831"/>
                  <a:pt x="1673155" y="253878"/>
                  <a:pt x="1673155" y="247113"/>
                </a:cubicBezTo>
                <a:close/>
                <a:moveTo>
                  <a:pt x="1434430" y="162146"/>
                </a:moveTo>
                <a:cubicBezTo>
                  <a:pt x="1426314" y="162146"/>
                  <a:pt x="1419409" y="164356"/>
                  <a:pt x="1413732" y="168776"/>
                </a:cubicBezTo>
                <a:cubicBezTo>
                  <a:pt x="1408045" y="173195"/>
                  <a:pt x="1403673" y="179510"/>
                  <a:pt x="1400606" y="187717"/>
                </a:cubicBezTo>
                <a:cubicBezTo>
                  <a:pt x="1397625" y="195926"/>
                  <a:pt x="1396139" y="205712"/>
                  <a:pt x="1396139" y="217077"/>
                </a:cubicBezTo>
                <a:cubicBezTo>
                  <a:pt x="1396139" y="228262"/>
                  <a:pt x="1397625" y="238004"/>
                  <a:pt x="1400606" y="246302"/>
                </a:cubicBezTo>
                <a:cubicBezTo>
                  <a:pt x="1403673" y="254600"/>
                  <a:pt x="1408045" y="261049"/>
                  <a:pt x="1413732" y="265649"/>
                </a:cubicBezTo>
                <a:cubicBezTo>
                  <a:pt x="1419504" y="270159"/>
                  <a:pt x="1426400" y="272415"/>
                  <a:pt x="1434430" y="272415"/>
                </a:cubicBezTo>
                <a:cubicBezTo>
                  <a:pt x="1442545" y="272415"/>
                  <a:pt x="1449451" y="270159"/>
                  <a:pt x="1455127" y="265649"/>
                </a:cubicBezTo>
                <a:cubicBezTo>
                  <a:pt x="1460814" y="261049"/>
                  <a:pt x="1465100" y="254600"/>
                  <a:pt x="1467986" y="246302"/>
                </a:cubicBezTo>
                <a:cubicBezTo>
                  <a:pt x="1470958" y="238004"/>
                  <a:pt x="1472444" y="228262"/>
                  <a:pt x="1472444" y="217077"/>
                </a:cubicBezTo>
                <a:cubicBezTo>
                  <a:pt x="1472444" y="205893"/>
                  <a:pt x="1470958" y="196196"/>
                  <a:pt x="1467986" y="187988"/>
                </a:cubicBezTo>
                <a:cubicBezTo>
                  <a:pt x="1465100" y="179780"/>
                  <a:pt x="1460814" y="173421"/>
                  <a:pt x="1455127" y="168911"/>
                </a:cubicBezTo>
                <a:cubicBezTo>
                  <a:pt x="1449536" y="164401"/>
                  <a:pt x="1442640" y="162146"/>
                  <a:pt x="1434430" y="162146"/>
                </a:cubicBezTo>
                <a:close/>
                <a:moveTo>
                  <a:pt x="878231" y="159440"/>
                </a:moveTo>
                <a:cubicBezTo>
                  <a:pt x="870023" y="159440"/>
                  <a:pt x="863077" y="161876"/>
                  <a:pt x="857395" y="166746"/>
                </a:cubicBezTo>
                <a:cubicBezTo>
                  <a:pt x="851802" y="171617"/>
                  <a:pt x="847518" y="178382"/>
                  <a:pt x="844542" y="187041"/>
                </a:cubicBezTo>
                <a:cubicBezTo>
                  <a:pt x="841655" y="195700"/>
                  <a:pt x="840212" y="205802"/>
                  <a:pt x="840212" y="217348"/>
                </a:cubicBezTo>
                <a:cubicBezTo>
                  <a:pt x="840212" y="228713"/>
                  <a:pt x="841655" y="238725"/>
                  <a:pt x="844542" y="247384"/>
                </a:cubicBezTo>
                <a:cubicBezTo>
                  <a:pt x="847518" y="256043"/>
                  <a:pt x="851802" y="262808"/>
                  <a:pt x="857395" y="267679"/>
                </a:cubicBezTo>
                <a:cubicBezTo>
                  <a:pt x="863077" y="272550"/>
                  <a:pt x="870023" y="274985"/>
                  <a:pt x="878231" y="274985"/>
                </a:cubicBezTo>
                <a:cubicBezTo>
                  <a:pt x="886169" y="274985"/>
                  <a:pt x="892889" y="272550"/>
                  <a:pt x="898390" y="267679"/>
                </a:cubicBezTo>
                <a:cubicBezTo>
                  <a:pt x="903893" y="262808"/>
                  <a:pt x="908087" y="256043"/>
                  <a:pt x="910973" y="247384"/>
                </a:cubicBezTo>
                <a:cubicBezTo>
                  <a:pt x="913949" y="238725"/>
                  <a:pt x="915438" y="228713"/>
                  <a:pt x="915438" y="217348"/>
                </a:cubicBezTo>
                <a:cubicBezTo>
                  <a:pt x="915438" y="205802"/>
                  <a:pt x="913949" y="195700"/>
                  <a:pt x="910973" y="187041"/>
                </a:cubicBezTo>
                <a:cubicBezTo>
                  <a:pt x="908087" y="178382"/>
                  <a:pt x="903893" y="171617"/>
                  <a:pt x="898390" y="166746"/>
                </a:cubicBezTo>
                <a:cubicBezTo>
                  <a:pt x="892889" y="161876"/>
                  <a:pt x="886169" y="159440"/>
                  <a:pt x="878231" y="159440"/>
                </a:cubicBezTo>
                <a:close/>
                <a:moveTo>
                  <a:pt x="1958524" y="113168"/>
                </a:moveTo>
                <a:lnTo>
                  <a:pt x="2027789" y="113168"/>
                </a:lnTo>
                <a:lnTo>
                  <a:pt x="2066080" y="261455"/>
                </a:lnTo>
                <a:lnTo>
                  <a:pt x="2068252" y="261455"/>
                </a:lnTo>
                <a:lnTo>
                  <a:pt x="2107076" y="113168"/>
                </a:lnTo>
                <a:lnTo>
                  <a:pt x="2176760" y="113168"/>
                </a:lnTo>
                <a:lnTo>
                  <a:pt x="2098417" y="340875"/>
                </a:lnTo>
                <a:cubicBezTo>
                  <a:pt x="2094627" y="352241"/>
                  <a:pt x="2089264" y="362252"/>
                  <a:pt x="2082320" y="370912"/>
                </a:cubicBezTo>
                <a:cubicBezTo>
                  <a:pt x="2075462" y="379660"/>
                  <a:pt x="2066575" y="386515"/>
                  <a:pt x="2055669" y="391477"/>
                </a:cubicBezTo>
                <a:cubicBezTo>
                  <a:pt x="2044839" y="396438"/>
                  <a:pt x="2031495" y="398918"/>
                  <a:pt x="2015617" y="398918"/>
                </a:cubicBezTo>
                <a:cubicBezTo>
                  <a:pt x="2007682" y="398918"/>
                  <a:pt x="2000196" y="398286"/>
                  <a:pt x="1993157" y="397024"/>
                </a:cubicBezTo>
                <a:cubicBezTo>
                  <a:pt x="1986118" y="395851"/>
                  <a:pt x="1980079" y="394273"/>
                  <a:pt x="1975030" y="392289"/>
                </a:cubicBezTo>
                <a:lnTo>
                  <a:pt x="1989642" y="344258"/>
                </a:lnTo>
                <a:cubicBezTo>
                  <a:pt x="1996138" y="346423"/>
                  <a:pt x="2001996" y="347685"/>
                  <a:pt x="2007225" y="348046"/>
                </a:cubicBezTo>
                <a:cubicBezTo>
                  <a:pt x="2012550" y="348407"/>
                  <a:pt x="2017102" y="347550"/>
                  <a:pt x="2020893" y="345475"/>
                </a:cubicBezTo>
                <a:cubicBezTo>
                  <a:pt x="2024770" y="343491"/>
                  <a:pt x="2027751" y="339928"/>
                  <a:pt x="2029818" y="334787"/>
                </a:cubicBezTo>
                <a:lnTo>
                  <a:pt x="2032390" y="328563"/>
                </a:lnTo>
                <a:close/>
                <a:moveTo>
                  <a:pt x="1888582" y="110462"/>
                </a:moveTo>
                <a:cubicBezTo>
                  <a:pt x="1903193" y="110462"/>
                  <a:pt x="1915861" y="113755"/>
                  <a:pt x="1926596" y="120339"/>
                </a:cubicBezTo>
                <a:cubicBezTo>
                  <a:pt x="1937416" y="126833"/>
                  <a:pt x="1945808" y="135943"/>
                  <a:pt x="1951761" y="147669"/>
                </a:cubicBezTo>
                <a:cubicBezTo>
                  <a:pt x="1957809" y="159305"/>
                  <a:pt x="1960781" y="172925"/>
                  <a:pt x="1960695" y="188530"/>
                </a:cubicBezTo>
                <a:lnTo>
                  <a:pt x="1960695" y="320986"/>
                </a:lnTo>
                <a:lnTo>
                  <a:pt x="1894535" y="320986"/>
                </a:lnTo>
                <a:lnTo>
                  <a:pt x="1894535" y="201518"/>
                </a:lnTo>
                <a:cubicBezTo>
                  <a:pt x="1894621" y="189973"/>
                  <a:pt x="1891687" y="180953"/>
                  <a:pt x="1885734" y="174458"/>
                </a:cubicBezTo>
                <a:cubicBezTo>
                  <a:pt x="1879876" y="167964"/>
                  <a:pt x="1871713" y="164717"/>
                  <a:pt x="1861245" y="164717"/>
                </a:cubicBezTo>
                <a:cubicBezTo>
                  <a:pt x="1854301" y="164717"/>
                  <a:pt x="1848167" y="166250"/>
                  <a:pt x="1842843" y="169317"/>
                </a:cubicBezTo>
                <a:cubicBezTo>
                  <a:pt x="1837613" y="172293"/>
                  <a:pt x="1833556" y="176578"/>
                  <a:pt x="1830670" y="182170"/>
                </a:cubicBezTo>
                <a:cubicBezTo>
                  <a:pt x="1827869" y="187763"/>
                  <a:pt x="1826431" y="194528"/>
                  <a:pt x="1826345" y="202465"/>
                </a:cubicBezTo>
                <a:lnTo>
                  <a:pt x="1826345" y="320986"/>
                </a:lnTo>
                <a:lnTo>
                  <a:pt x="1760175" y="320986"/>
                </a:lnTo>
                <a:lnTo>
                  <a:pt x="1760175" y="113168"/>
                </a:lnTo>
                <a:lnTo>
                  <a:pt x="1823097" y="113168"/>
                </a:lnTo>
                <a:lnTo>
                  <a:pt x="1823097" y="151322"/>
                </a:lnTo>
                <a:lnTo>
                  <a:pt x="1825393" y="151322"/>
                </a:lnTo>
                <a:cubicBezTo>
                  <a:pt x="1829993" y="138604"/>
                  <a:pt x="1837842" y="128638"/>
                  <a:pt x="1848939" y="121421"/>
                </a:cubicBezTo>
                <a:cubicBezTo>
                  <a:pt x="1860026" y="114115"/>
                  <a:pt x="1873246" y="110462"/>
                  <a:pt x="1888582" y="110462"/>
                </a:cubicBezTo>
                <a:close/>
                <a:moveTo>
                  <a:pt x="1646770" y="110462"/>
                </a:moveTo>
                <a:cubicBezTo>
                  <a:pt x="1660029" y="110462"/>
                  <a:pt x="1672250" y="112040"/>
                  <a:pt x="1683442" y="115198"/>
                </a:cubicBezTo>
                <a:cubicBezTo>
                  <a:pt x="1694624" y="118265"/>
                  <a:pt x="1704368" y="122774"/>
                  <a:pt x="1712664" y="128727"/>
                </a:cubicBezTo>
                <a:cubicBezTo>
                  <a:pt x="1720961" y="134591"/>
                  <a:pt x="1727361" y="141806"/>
                  <a:pt x="1731876" y="150375"/>
                </a:cubicBezTo>
                <a:cubicBezTo>
                  <a:pt x="1736477" y="158944"/>
                  <a:pt x="1738772" y="168731"/>
                  <a:pt x="1738772" y="179735"/>
                </a:cubicBezTo>
                <a:lnTo>
                  <a:pt x="1738772" y="320986"/>
                </a:lnTo>
                <a:lnTo>
                  <a:pt x="1676536" y="320986"/>
                </a:lnTo>
                <a:lnTo>
                  <a:pt x="1676536" y="292032"/>
                </a:lnTo>
                <a:lnTo>
                  <a:pt x="1674917" y="292032"/>
                </a:lnTo>
                <a:cubicBezTo>
                  <a:pt x="1671221" y="299068"/>
                  <a:pt x="1666478" y="305021"/>
                  <a:pt x="1660705" y="309892"/>
                </a:cubicBezTo>
                <a:cubicBezTo>
                  <a:pt x="1655029" y="314763"/>
                  <a:pt x="1648304" y="318416"/>
                  <a:pt x="1640551" y="320851"/>
                </a:cubicBezTo>
                <a:cubicBezTo>
                  <a:pt x="1632883" y="323287"/>
                  <a:pt x="1624225" y="324504"/>
                  <a:pt x="1614576" y="324504"/>
                </a:cubicBezTo>
                <a:cubicBezTo>
                  <a:pt x="1601317" y="324504"/>
                  <a:pt x="1589544" y="322294"/>
                  <a:pt x="1579257" y="317875"/>
                </a:cubicBezTo>
                <a:cubicBezTo>
                  <a:pt x="1569066" y="313364"/>
                  <a:pt x="1560998" y="306600"/>
                  <a:pt x="1555045" y="297580"/>
                </a:cubicBezTo>
                <a:cubicBezTo>
                  <a:pt x="1549177" y="288470"/>
                  <a:pt x="1546244" y="277060"/>
                  <a:pt x="1546244" y="263350"/>
                </a:cubicBezTo>
                <a:cubicBezTo>
                  <a:pt x="1546244" y="251803"/>
                  <a:pt x="1548272" y="242062"/>
                  <a:pt x="1552330" y="234125"/>
                </a:cubicBezTo>
                <a:cubicBezTo>
                  <a:pt x="1556397" y="226187"/>
                  <a:pt x="1561988" y="219738"/>
                  <a:pt x="1569113" y="214777"/>
                </a:cubicBezTo>
                <a:cubicBezTo>
                  <a:pt x="1576238" y="209816"/>
                  <a:pt x="1584448" y="206073"/>
                  <a:pt x="1593735" y="203548"/>
                </a:cubicBezTo>
                <a:cubicBezTo>
                  <a:pt x="1603022" y="200931"/>
                  <a:pt x="1612947" y="199173"/>
                  <a:pt x="1623501" y="198271"/>
                </a:cubicBezTo>
                <a:cubicBezTo>
                  <a:pt x="1635321" y="197188"/>
                  <a:pt x="1644837" y="196061"/>
                  <a:pt x="1652047" y="194889"/>
                </a:cubicBezTo>
                <a:cubicBezTo>
                  <a:pt x="1659267" y="193626"/>
                  <a:pt x="1664497" y="191866"/>
                  <a:pt x="1667745" y="189612"/>
                </a:cubicBezTo>
                <a:cubicBezTo>
                  <a:pt x="1671078" y="187267"/>
                  <a:pt x="1672755" y="183974"/>
                  <a:pt x="1672755" y="179735"/>
                </a:cubicBezTo>
                <a:lnTo>
                  <a:pt x="1672755" y="179058"/>
                </a:lnTo>
                <a:cubicBezTo>
                  <a:pt x="1672755" y="172113"/>
                  <a:pt x="1670364" y="166746"/>
                  <a:pt x="1665582" y="162958"/>
                </a:cubicBezTo>
                <a:cubicBezTo>
                  <a:pt x="1660801" y="159170"/>
                  <a:pt x="1654352" y="157275"/>
                  <a:pt x="1646228" y="157275"/>
                </a:cubicBezTo>
                <a:cubicBezTo>
                  <a:pt x="1637484" y="157275"/>
                  <a:pt x="1630445" y="159170"/>
                  <a:pt x="1625130" y="162958"/>
                </a:cubicBezTo>
                <a:cubicBezTo>
                  <a:pt x="1619805" y="166746"/>
                  <a:pt x="1616424" y="171978"/>
                  <a:pt x="1614976" y="178652"/>
                </a:cubicBezTo>
                <a:lnTo>
                  <a:pt x="1553959" y="176487"/>
                </a:lnTo>
                <a:cubicBezTo>
                  <a:pt x="1555759" y="163860"/>
                  <a:pt x="1560407" y="152585"/>
                  <a:pt x="1567894" y="142663"/>
                </a:cubicBezTo>
                <a:cubicBezTo>
                  <a:pt x="1575466" y="132651"/>
                  <a:pt x="1585839" y="124804"/>
                  <a:pt x="1599012" y="119121"/>
                </a:cubicBezTo>
                <a:cubicBezTo>
                  <a:pt x="1612271" y="113349"/>
                  <a:pt x="1628187" y="110462"/>
                  <a:pt x="1646770" y="110462"/>
                </a:cubicBezTo>
                <a:close/>
                <a:moveTo>
                  <a:pt x="1457699" y="110462"/>
                </a:moveTo>
                <a:cubicBezTo>
                  <a:pt x="1472130" y="110462"/>
                  <a:pt x="1485617" y="114251"/>
                  <a:pt x="1498152" y="121827"/>
                </a:cubicBezTo>
                <a:cubicBezTo>
                  <a:pt x="1510782" y="129404"/>
                  <a:pt x="1520974" y="141085"/>
                  <a:pt x="1528727" y="156870"/>
                </a:cubicBezTo>
                <a:cubicBezTo>
                  <a:pt x="1536490" y="172654"/>
                  <a:pt x="1540367" y="192768"/>
                  <a:pt x="1540367" y="217212"/>
                </a:cubicBezTo>
                <a:cubicBezTo>
                  <a:pt x="1540367" y="240754"/>
                  <a:pt x="1536623" y="260463"/>
                  <a:pt x="1529137" y="276338"/>
                </a:cubicBezTo>
                <a:cubicBezTo>
                  <a:pt x="1521745" y="292213"/>
                  <a:pt x="1511725" y="304119"/>
                  <a:pt x="1499104" y="312057"/>
                </a:cubicBezTo>
                <a:cubicBezTo>
                  <a:pt x="1486560" y="319994"/>
                  <a:pt x="1472625" y="323963"/>
                  <a:pt x="1457290" y="323963"/>
                </a:cubicBezTo>
                <a:cubicBezTo>
                  <a:pt x="1446831" y="323963"/>
                  <a:pt x="1437763" y="322249"/>
                  <a:pt x="1430096" y="318821"/>
                </a:cubicBezTo>
                <a:cubicBezTo>
                  <a:pt x="1422428" y="315394"/>
                  <a:pt x="1415980" y="310884"/>
                  <a:pt x="1410750" y="305292"/>
                </a:cubicBezTo>
                <a:cubicBezTo>
                  <a:pt x="1405607" y="299700"/>
                  <a:pt x="1401644" y="293701"/>
                  <a:pt x="1398844" y="287297"/>
                </a:cubicBezTo>
                <a:lnTo>
                  <a:pt x="1397492" y="287297"/>
                </a:lnTo>
                <a:lnTo>
                  <a:pt x="1397492" y="398918"/>
                </a:lnTo>
                <a:lnTo>
                  <a:pt x="1331331" y="398918"/>
                </a:lnTo>
                <a:lnTo>
                  <a:pt x="1331331" y="113168"/>
                </a:lnTo>
                <a:lnTo>
                  <a:pt x="1396815" y="113168"/>
                </a:lnTo>
                <a:lnTo>
                  <a:pt x="1396815" y="148751"/>
                </a:lnTo>
                <a:lnTo>
                  <a:pt x="1398844" y="148751"/>
                </a:lnTo>
                <a:cubicBezTo>
                  <a:pt x="1401549" y="142437"/>
                  <a:pt x="1405388" y="136349"/>
                  <a:pt x="1410350" y="130486"/>
                </a:cubicBezTo>
                <a:cubicBezTo>
                  <a:pt x="1415399" y="124624"/>
                  <a:pt x="1421800" y="119843"/>
                  <a:pt x="1429562" y="116145"/>
                </a:cubicBezTo>
                <a:cubicBezTo>
                  <a:pt x="1437401" y="112356"/>
                  <a:pt x="1446783" y="110462"/>
                  <a:pt x="1457699" y="110462"/>
                </a:cubicBezTo>
                <a:close/>
                <a:moveTo>
                  <a:pt x="1121591" y="110462"/>
                </a:moveTo>
                <a:cubicBezTo>
                  <a:pt x="1136021" y="110462"/>
                  <a:pt x="1148384" y="114160"/>
                  <a:pt x="1158662" y="121557"/>
                </a:cubicBezTo>
                <a:cubicBezTo>
                  <a:pt x="1168949" y="128953"/>
                  <a:pt x="1175483" y="138875"/>
                  <a:pt x="1178283" y="151322"/>
                </a:cubicBezTo>
                <a:lnTo>
                  <a:pt x="1180445" y="151322"/>
                </a:lnTo>
                <a:cubicBezTo>
                  <a:pt x="1184322" y="138965"/>
                  <a:pt x="1191904" y="129088"/>
                  <a:pt x="1203182" y="121692"/>
                </a:cubicBezTo>
                <a:cubicBezTo>
                  <a:pt x="1214450" y="114205"/>
                  <a:pt x="1227756" y="110462"/>
                  <a:pt x="1243091" y="110462"/>
                </a:cubicBezTo>
                <a:cubicBezTo>
                  <a:pt x="1262751" y="110462"/>
                  <a:pt x="1278715" y="116776"/>
                  <a:pt x="1290983" y="129404"/>
                </a:cubicBezTo>
                <a:cubicBezTo>
                  <a:pt x="1303251" y="141942"/>
                  <a:pt x="1309385" y="159170"/>
                  <a:pt x="1309385" y="181088"/>
                </a:cubicBezTo>
                <a:lnTo>
                  <a:pt x="1309385" y="320986"/>
                </a:lnTo>
                <a:lnTo>
                  <a:pt x="1243225" y="320986"/>
                </a:lnTo>
                <a:lnTo>
                  <a:pt x="1243225" y="196241"/>
                </a:lnTo>
                <a:cubicBezTo>
                  <a:pt x="1243225" y="185868"/>
                  <a:pt x="1240567" y="177976"/>
                  <a:pt x="1235243" y="172564"/>
                </a:cubicBezTo>
                <a:cubicBezTo>
                  <a:pt x="1229918" y="167062"/>
                  <a:pt x="1223022" y="164311"/>
                  <a:pt x="1214545" y="164311"/>
                </a:cubicBezTo>
                <a:cubicBezTo>
                  <a:pt x="1205430" y="164311"/>
                  <a:pt x="1198257" y="167287"/>
                  <a:pt x="1193028" y="173240"/>
                </a:cubicBezTo>
                <a:cubicBezTo>
                  <a:pt x="1187885" y="179104"/>
                  <a:pt x="1185322" y="186996"/>
                  <a:pt x="1185322" y="196917"/>
                </a:cubicBezTo>
                <a:lnTo>
                  <a:pt x="1185322" y="320986"/>
                </a:lnTo>
                <a:lnTo>
                  <a:pt x="1121724" y="320986"/>
                </a:lnTo>
                <a:lnTo>
                  <a:pt x="1121724" y="195565"/>
                </a:lnTo>
                <a:cubicBezTo>
                  <a:pt x="1121724" y="185913"/>
                  <a:pt x="1119114" y="178291"/>
                  <a:pt x="1113885" y="172699"/>
                </a:cubicBezTo>
                <a:cubicBezTo>
                  <a:pt x="1108646" y="167107"/>
                  <a:pt x="1101750" y="164311"/>
                  <a:pt x="1093177" y="164311"/>
                </a:cubicBezTo>
                <a:cubicBezTo>
                  <a:pt x="1087405" y="164311"/>
                  <a:pt x="1082309" y="165709"/>
                  <a:pt x="1077890" y="168505"/>
                </a:cubicBezTo>
                <a:cubicBezTo>
                  <a:pt x="1073470" y="171211"/>
                  <a:pt x="1069994" y="175090"/>
                  <a:pt x="1067469" y="180141"/>
                </a:cubicBezTo>
                <a:cubicBezTo>
                  <a:pt x="1065041" y="185192"/>
                  <a:pt x="1063821" y="191145"/>
                  <a:pt x="1063821" y="198000"/>
                </a:cubicBezTo>
                <a:lnTo>
                  <a:pt x="1063821" y="320986"/>
                </a:lnTo>
                <a:lnTo>
                  <a:pt x="997661" y="320986"/>
                </a:lnTo>
                <a:lnTo>
                  <a:pt x="997661" y="113168"/>
                </a:lnTo>
                <a:lnTo>
                  <a:pt x="1060573" y="113168"/>
                </a:lnTo>
                <a:lnTo>
                  <a:pt x="1060573" y="151322"/>
                </a:lnTo>
                <a:lnTo>
                  <a:pt x="1062869" y="151322"/>
                </a:lnTo>
                <a:cubicBezTo>
                  <a:pt x="1067203" y="138694"/>
                  <a:pt x="1074508" y="128727"/>
                  <a:pt x="1084795" y="121421"/>
                </a:cubicBezTo>
                <a:cubicBezTo>
                  <a:pt x="1095073" y="114115"/>
                  <a:pt x="1107341" y="110462"/>
                  <a:pt x="1121591" y="110462"/>
                </a:cubicBezTo>
                <a:close/>
                <a:moveTo>
                  <a:pt x="877825" y="110462"/>
                </a:moveTo>
                <a:cubicBezTo>
                  <a:pt x="899653" y="110462"/>
                  <a:pt x="918370" y="114972"/>
                  <a:pt x="933977" y="123992"/>
                </a:cubicBezTo>
                <a:cubicBezTo>
                  <a:pt x="949664" y="132922"/>
                  <a:pt x="961713" y="145460"/>
                  <a:pt x="970095" y="161604"/>
                </a:cubicBezTo>
                <a:cubicBezTo>
                  <a:pt x="978573" y="177661"/>
                  <a:pt x="982821" y="196376"/>
                  <a:pt x="982821" y="217753"/>
                </a:cubicBezTo>
                <a:cubicBezTo>
                  <a:pt x="982821" y="239041"/>
                  <a:pt x="978573" y="257756"/>
                  <a:pt x="970095" y="273902"/>
                </a:cubicBezTo>
                <a:cubicBezTo>
                  <a:pt x="961713" y="289958"/>
                  <a:pt x="949664" y="302495"/>
                  <a:pt x="933977" y="311516"/>
                </a:cubicBezTo>
                <a:cubicBezTo>
                  <a:pt x="918370" y="320445"/>
                  <a:pt x="899653" y="324910"/>
                  <a:pt x="877825" y="324910"/>
                </a:cubicBezTo>
                <a:cubicBezTo>
                  <a:pt x="855997" y="324910"/>
                  <a:pt x="837236" y="320445"/>
                  <a:pt x="821541" y="311516"/>
                </a:cubicBezTo>
                <a:cubicBezTo>
                  <a:pt x="805937" y="302495"/>
                  <a:pt x="793895" y="289958"/>
                  <a:pt x="785416" y="273902"/>
                </a:cubicBezTo>
                <a:cubicBezTo>
                  <a:pt x="777027" y="257756"/>
                  <a:pt x="772834" y="239041"/>
                  <a:pt x="772834" y="217753"/>
                </a:cubicBezTo>
                <a:cubicBezTo>
                  <a:pt x="772834" y="196376"/>
                  <a:pt x="777027" y="177661"/>
                  <a:pt x="785416" y="161604"/>
                </a:cubicBezTo>
                <a:cubicBezTo>
                  <a:pt x="793895" y="145460"/>
                  <a:pt x="805937" y="132922"/>
                  <a:pt x="821541" y="123992"/>
                </a:cubicBezTo>
                <a:cubicBezTo>
                  <a:pt x="837236" y="114972"/>
                  <a:pt x="855997" y="110462"/>
                  <a:pt x="877825" y="110462"/>
                </a:cubicBezTo>
                <a:close/>
                <a:moveTo>
                  <a:pt x="638422" y="40107"/>
                </a:moveTo>
                <a:cubicBezTo>
                  <a:pt x="655199" y="40107"/>
                  <a:pt x="670713" y="42452"/>
                  <a:pt x="684964" y="47143"/>
                </a:cubicBezTo>
                <a:cubicBezTo>
                  <a:pt x="699216" y="51743"/>
                  <a:pt x="711754" y="58508"/>
                  <a:pt x="722577" y="67437"/>
                </a:cubicBezTo>
                <a:cubicBezTo>
                  <a:pt x="733401" y="76277"/>
                  <a:pt x="742195" y="87146"/>
                  <a:pt x="748960" y="100044"/>
                </a:cubicBezTo>
                <a:cubicBezTo>
                  <a:pt x="755725" y="112942"/>
                  <a:pt x="759920" y="127690"/>
                  <a:pt x="761543" y="144287"/>
                </a:cubicBezTo>
                <a:lnTo>
                  <a:pt x="693894" y="144287"/>
                </a:lnTo>
                <a:cubicBezTo>
                  <a:pt x="692992" y="137341"/>
                  <a:pt x="691142" y="131073"/>
                  <a:pt x="688347" y="125480"/>
                </a:cubicBezTo>
                <a:cubicBezTo>
                  <a:pt x="685550" y="119888"/>
                  <a:pt x="681853" y="115107"/>
                  <a:pt x="677252" y="111139"/>
                </a:cubicBezTo>
                <a:cubicBezTo>
                  <a:pt x="672652" y="107170"/>
                  <a:pt x="667195" y="104148"/>
                  <a:pt x="660881" y="102073"/>
                </a:cubicBezTo>
                <a:cubicBezTo>
                  <a:pt x="654657" y="99909"/>
                  <a:pt x="647757" y="98826"/>
                  <a:pt x="640181" y="98826"/>
                </a:cubicBezTo>
                <a:cubicBezTo>
                  <a:pt x="626741" y="98826"/>
                  <a:pt x="615150" y="102119"/>
                  <a:pt x="605409" y="108704"/>
                </a:cubicBezTo>
                <a:cubicBezTo>
                  <a:pt x="595757" y="115288"/>
                  <a:pt x="588316" y="124804"/>
                  <a:pt x="583084" y="137251"/>
                </a:cubicBezTo>
                <a:cubicBezTo>
                  <a:pt x="577943" y="149698"/>
                  <a:pt x="575373" y="164762"/>
                  <a:pt x="575373" y="182440"/>
                </a:cubicBezTo>
                <a:cubicBezTo>
                  <a:pt x="575373" y="200842"/>
                  <a:pt x="577988" y="216266"/>
                  <a:pt x="583219" y="228713"/>
                </a:cubicBezTo>
                <a:cubicBezTo>
                  <a:pt x="588542" y="241070"/>
                  <a:pt x="595983" y="250406"/>
                  <a:pt x="605544" y="256719"/>
                </a:cubicBezTo>
                <a:cubicBezTo>
                  <a:pt x="615196" y="262943"/>
                  <a:pt x="626606" y="266056"/>
                  <a:pt x="639774" y="266056"/>
                </a:cubicBezTo>
                <a:cubicBezTo>
                  <a:pt x="647171" y="266056"/>
                  <a:pt x="653891" y="265108"/>
                  <a:pt x="659934" y="263214"/>
                </a:cubicBezTo>
                <a:cubicBezTo>
                  <a:pt x="666068" y="261320"/>
                  <a:pt x="671434" y="258569"/>
                  <a:pt x="676035" y="254961"/>
                </a:cubicBezTo>
                <a:cubicBezTo>
                  <a:pt x="680725" y="251262"/>
                  <a:pt x="684559" y="246798"/>
                  <a:pt x="687535" y="241566"/>
                </a:cubicBezTo>
                <a:cubicBezTo>
                  <a:pt x="690601" y="236244"/>
                  <a:pt x="692722" y="230246"/>
                  <a:pt x="693894" y="223571"/>
                </a:cubicBezTo>
                <a:lnTo>
                  <a:pt x="761543" y="223977"/>
                </a:lnTo>
                <a:cubicBezTo>
                  <a:pt x="760370" y="236244"/>
                  <a:pt x="756808" y="248332"/>
                  <a:pt x="750855" y="260238"/>
                </a:cubicBezTo>
                <a:cubicBezTo>
                  <a:pt x="744991" y="272144"/>
                  <a:pt x="736919" y="283013"/>
                  <a:pt x="726636" y="292845"/>
                </a:cubicBezTo>
                <a:cubicBezTo>
                  <a:pt x="716353" y="302586"/>
                  <a:pt x="703815" y="310343"/>
                  <a:pt x="689023" y="316115"/>
                </a:cubicBezTo>
                <a:cubicBezTo>
                  <a:pt x="674320" y="321888"/>
                  <a:pt x="657453" y="324774"/>
                  <a:pt x="638422" y="324774"/>
                </a:cubicBezTo>
                <a:cubicBezTo>
                  <a:pt x="613346" y="324774"/>
                  <a:pt x="590887" y="319273"/>
                  <a:pt x="571043" y="308269"/>
                </a:cubicBezTo>
                <a:cubicBezTo>
                  <a:pt x="551290" y="297174"/>
                  <a:pt x="535685" y="281028"/>
                  <a:pt x="524230" y="259831"/>
                </a:cubicBezTo>
                <a:cubicBezTo>
                  <a:pt x="512774" y="238635"/>
                  <a:pt x="507047" y="212838"/>
                  <a:pt x="507047" y="182440"/>
                </a:cubicBezTo>
                <a:cubicBezTo>
                  <a:pt x="507047" y="151954"/>
                  <a:pt x="512865" y="126111"/>
                  <a:pt x="524501" y="104915"/>
                </a:cubicBezTo>
                <a:cubicBezTo>
                  <a:pt x="536136" y="83719"/>
                  <a:pt x="551875" y="67617"/>
                  <a:pt x="571720" y="56613"/>
                </a:cubicBezTo>
                <a:cubicBezTo>
                  <a:pt x="591563" y="45609"/>
                  <a:pt x="613798" y="40107"/>
                  <a:pt x="638422" y="40107"/>
                </a:cubicBezTo>
                <a:close/>
                <a:moveTo>
                  <a:pt x="173334" y="388"/>
                </a:moveTo>
                <a:cubicBezTo>
                  <a:pt x="186670" y="2248"/>
                  <a:pt x="197402" y="11984"/>
                  <a:pt x="203201" y="23874"/>
                </a:cubicBezTo>
                <a:cubicBezTo>
                  <a:pt x="214933" y="47918"/>
                  <a:pt x="211403" y="79576"/>
                  <a:pt x="207884" y="106674"/>
                </a:cubicBezTo>
                <a:cubicBezTo>
                  <a:pt x="204763" y="130701"/>
                  <a:pt x="203452" y="154195"/>
                  <a:pt x="205931" y="178674"/>
                </a:cubicBezTo>
                <a:cubicBezTo>
                  <a:pt x="221741" y="163892"/>
                  <a:pt x="234810" y="148167"/>
                  <a:pt x="245788" y="130013"/>
                </a:cubicBezTo>
                <a:cubicBezTo>
                  <a:pt x="255305" y="114275"/>
                  <a:pt x="264514" y="99287"/>
                  <a:pt x="275688" y="84730"/>
                </a:cubicBezTo>
                <a:cubicBezTo>
                  <a:pt x="295615" y="58793"/>
                  <a:pt x="331178" y="44782"/>
                  <a:pt x="354140" y="66519"/>
                </a:cubicBezTo>
                <a:cubicBezTo>
                  <a:pt x="366138" y="77877"/>
                  <a:pt x="368405" y="94413"/>
                  <a:pt x="361481" y="109150"/>
                </a:cubicBezTo>
                <a:cubicBezTo>
                  <a:pt x="356496" y="119751"/>
                  <a:pt x="348431" y="127338"/>
                  <a:pt x="338417" y="133682"/>
                </a:cubicBezTo>
                <a:cubicBezTo>
                  <a:pt x="299555" y="158314"/>
                  <a:pt x="257847" y="168744"/>
                  <a:pt x="219060" y="194763"/>
                </a:cubicBezTo>
                <a:cubicBezTo>
                  <a:pt x="262060" y="207233"/>
                  <a:pt x="302501" y="197602"/>
                  <a:pt x="346051" y="205287"/>
                </a:cubicBezTo>
                <a:cubicBezTo>
                  <a:pt x="359029" y="207580"/>
                  <a:pt x="370824" y="211988"/>
                  <a:pt x="380609" y="220765"/>
                </a:cubicBezTo>
                <a:cubicBezTo>
                  <a:pt x="390125" y="229305"/>
                  <a:pt x="396469" y="241297"/>
                  <a:pt x="394527" y="254303"/>
                </a:cubicBezTo>
                <a:cubicBezTo>
                  <a:pt x="391541" y="274329"/>
                  <a:pt x="373826" y="287861"/>
                  <a:pt x="353821" y="287105"/>
                </a:cubicBezTo>
                <a:cubicBezTo>
                  <a:pt x="338567" y="286536"/>
                  <a:pt x="324021" y="283032"/>
                  <a:pt x="311392" y="274570"/>
                </a:cubicBezTo>
                <a:lnTo>
                  <a:pt x="277726" y="252008"/>
                </a:lnTo>
                <a:cubicBezTo>
                  <a:pt x="257760" y="236529"/>
                  <a:pt x="236851" y="223551"/>
                  <a:pt x="212863" y="213786"/>
                </a:cubicBezTo>
                <a:cubicBezTo>
                  <a:pt x="218022" y="235690"/>
                  <a:pt x="226890" y="254326"/>
                  <a:pt x="237229" y="273082"/>
                </a:cubicBezTo>
                <a:cubicBezTo>
                  <a:pt x="248840" y="294146"/>
                  <a:pt x="268664" y="330703"/>
                  <a:pt x="269581" y="351281"/>
                </a:cubicBezTo>
                <a:cubicBezTo>
                  <a:pt x="270328" y="368047"/>
                  <a:pt x="262802" y="386479"/>
                  <a:pt x="246106" y="393988"/>
                </a:cubicBezTo>
                <a:lnTo>
                  <a:pt x="246123" y="394009"/>
                </a:lnTo>
                <a:cubicBezTo>
                  <a:pt x="229900" y="401309"/>
                  <a:pt x="210298" y="395495"/>
                  <a:pt x="198604" y="383786"/>
                </a:cubicBezTo>
                <a:cubicBezTo>
                  <a:pt x="184847" y="370016"/>
                  <a:pt x="184037" y="333452"/>
                  <a:pt x="186930" y="312064"/>
                </a:cubicBezTo>
                <a:lnTo>
                  <a:pt x="191644" y="277111"/>
                </a:lnTo>
                <a:cubicBezTo>
                  <a:pt x="194287" y="257526"/>
                  <a:pt x="194809" y="238559"/>
                  <a:pt x="191992" y="218052"/>
                </a:cubicBezTo>
                <a:cubicBezTo>
                  <a:pt x="173570" y="235277"/>
                  <a:pt x="158986" y="253976"/>
                  <a:pt x="146020" y="274836"/>
                </a:cubicBezTo>
                <a:cubicBezTo>
                  <a:pt x="136006" y="290953"/>
                  <a:pt x="126016" y="306071"/>
                  <a:pt x="113756" y="320504"/>
                </a:cubicBezTo>
                <a:cubicBezTo>
                  <a:pt x="107152" y="328281"/>
                  <a:pt x="99665" y="334654"/>
                  <a:pt x="90341" y="338935"/>
                </a:cubicBezTo>
                <a:cubicBezTo>
                  <a:pt x="74347" y="346272"/>
                  <a:pt x="55558" y="343990"/>
                  <a:pt x="42703" y="332486"/>
                </a:cubicBezTo>
                <a:cubicBezTo>
                  <a:pt x="32867" y="323684"/>
                  <a:pt x="29361" y="311880"/>
                  <a:pt x="32856" y="299410"/>
                </a:cubicBezTo>
                <a:cubicBezTo>
                  <a:pt x="35788" y="288932"/>
                  <a:pt x="40995" y="279759"/>
                  <a:pt x="48816" y="271999"/>
                </a:cubicBezTo>
                <a:cubicBezTo>
                  <a:pt x="56637" y="264238"/>
                  <a:pt x="64390" y="258269"/>
                  <a:pt x="74047" y="253899"/>
                </a:cubicBezTo>
                <a:lnTo>
                  <a:pt x="112286" y="236591"/>
                </a:lnTo>
                <a:cubicBezTo>
                  <a:pt x="134459" y="226552"/>
                  <a:pt x="156171" y="217129"/>
                  <a:pt x="177023" y="203107"/>
                </a:cubicBezTo>
                <a:cubicBezTo>
                  <a:pt x="130757" y="189762"/>
                  <a:pt x="75788" y="200667"/>
                  <a:pt x="34342" y="189387"/>
                </a:cubicBezTo>
                <a:cubicBezTo>
                  <a:pt x="19195" y="185266"/>
                  <a:pt x="7530" y="173937"/>
                  <a:pt x="2195" y="160436"/>
                </a:cubicBezTo>
                <a:cubicBezTo>
                  <a:pt x="-6235" y="139108"/>
                  <a:pt x="10629" y="114031"/>
                  <a:pt x="35442" y="111700"/>
                </a:cubicBezTo>
                <a:cubicBezTo>
                  <a:pt x="71031" y="108367"/>
                  <a:pt x="99045" y="131096"/>
                  <a:pt x="126906" y="151097"/>
                </a:cubicBezTo>
                <a:cubicBezTo>
                  <a:pt x="144936" y="164035"/>
                  <a:pt x="163360" y="175189"/>
                  <a:pt x="185089" y="182501"/>
                </a:cubicBezTo>
                <a:cubicBezTo>
                  <a:pt x="179560" y="160787"/>
                  <a:pt x="171367" y="142135"/>
                  <a:pt x="160623" y="123937"/>
                </a:cubicBezTo>
                <a:cubicBezTo>
                  <a:pt x="151216" y="108014"/>
                  <a:pt x="142020" y="92867"/>
                  <a:pt x="134370" y="76024"/>
                </a:cubicBezTo>
                <a:cubicBezTo>
                  <a:pt x="128924" y="64030"/>
                  <a:pt x="126206" y="51838"/>
                  <a:pt x="127306" y="38705"/>
                </a:cubicBezTo>
                <a:cubicBezTo>
                  <a:pt x="129270" y="15210"/>
                  <a:pt x="149618" y="-2908"/>
                  <a:pt x="173334" y="388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E8543F5D-FC0F-34DD-58F4-644069BA20FB}"/>
              </a:ext>
            </a:extLst>
          </p:cNvPr>
          <p:cNvSpPr>
            <a:spLocks noChangeAspect="1"/>
          </p:cNvSpPr>
          <p:nvPr/>
        </p:nvSpPr>
        <p:spPr>
          <a:xfrm>
            <a:off x="9440229" y="4090452"/>
            <a:ext cx="1798975" cy="329685"/>
          </a:xfrm>
          <a:custGeom>
            <a:avLst/>
            <a:gdLst>
              <a:gd name="csX0" fmla="*/ 1673155 w 2176760"/>
              <a:gd name="csY0" fmla="*/ 227360 h 398918"/>
              <a:gd name="csX1" fmla="*/ 1666259 w 2176760"/>
              <a:gd name="csY1" fmla="*/ 230065 h 398918"/>
              <a:gd name="csX2" fmla="*/ 1657600 w 2176760"/>
              <a:gd name="csY2" fmla="*/ 232366 h 398918"/>
              <a:gd name="csX3" fmla="*/ 1647856 w 2176760"/>
              <a:gd name="csY3" fmla="*/ 234260 h 398918"/>
              <a:gd name="csX4" fmla="*/ 1638246 w 2176760"/>
              <a:gd name="csY4" fmla="*/ 235748 h 398918"/>
              <a:gd name="csX5" fmla="*/ 1622282 w 2176760"/>
              <a:gd name="csY5" fmla="*/ 240349 h 398918"/>
              <a:gd name="csX6" fmla="*/ 1612271 w 2176760"/>
              <a:gd name="csY6" fmla="*/ 248467 h 398918"/>
              <a:gd name="csX7" fmla="*/ 1608890 w 2176760"/>
              <a:gd name="csY7" fmla="*/ 260103 h 398918"/>
              <a:gd name="csX8" fmla="*/ 1616195 w 2176760"/>
              <a:gd name="csY8" fmla="*/ 275797 h 398918"/>
              <a:gd name="csX9" fmla="*/ 1634998 w 2176760"/>
              <a:gd name="csY9" fmla="*/ 281209 h 398918"/>
              <a:gd name="csX10" fmla="*/ 1654209 w 2176760"/>
              <a:gd name="csY10" fmla="*/ 276879 h 398918"/>
              <a:gd name="csX11" fmla="*/ 1668011 w 2176760"/>
              <a:gd name="csY11" fmla="*/ 264973 h 398918"/>
              <a:gd name="csX12" fmla="*/ 1673155 w 2176760"/>
              <a:gd name="csY12" fmla="*/ 247113 h 398918"/>
              <a:gd name="csX13" fmla="*/ 1434430 w 2176760"/>
              <a:gd name="csY13" fmla="*/ 162146 h 398918"/>
              <a:gd name="csX14" fmla="*/ 1413732 w 2176760"/>
              <a:gd name="csY14" fmla="*/ 168776 h 398918"/>
              <a:gd name="csX15" fmla="*/ 1400606 w 2176760"/>
              <a:gd name="csY15" fmla="*/ 187717 h 398918"/>
              <a:gd name="csX16" fmla="*/ 1396139 w 2176760"/>
              <a:gd name="csY16" fmla="*/ 217077 h 398918"/>
              <a:gd name="csX17" fmla="*/ 1400606 w 2176760"/>
              <a:gd name="csY17" fmla="*/ 246302 h 398918"/>
              <a:gd name="csX18" fmla="*/ 1413732 w 2176760"/>
              <a:gd name="csY18" fmla="*/ 265649 h 398918"/>
              <a:gd name="csX19" fmla="*/ 1434430 w 2176760"/>
              <a:gd name="csY19" fmla="*/ 272415 h 398918"/>
              <a:gd name="csX20" fmla="*/ 1455127 w 2176760"/>
              <a:gd name="csY20" fmla="*/ 265649 h 398918"/>
              <a:gd name="csX21" fmla="*/ 1467986 w 2176760"/>
              <a:gd name="csY21" fmla="*/ 246302 h 398918"/>
              <a:gd name="csX22" fmla="*/ 1472444 w 2176760"/>
              <a:gd name="csY22" fmla="*/ 217077 h 398918"/>
              <a:gd name="csX23" fmla="*/ 1467986 w 2176760"/>
              <a:gd name="csY23" fmla="*/ 187988 h 398918"/>
              <a:gd name="csX24" fmla="*/ 1455127 w 2176760"/>
              <a:gd name="csY24" fmla="*/ 168911 h 398918"/>
              <a:gd name="csX25" fmla="*/ 1434430 w 2176760"/>
              <a:gd name="csY25" fmla="*/ 162146 h 398918"/>
              <a:gd name="csX26" fmla="*/ 878231 w 2176760"/>
              <a:gd name="csY26" fmla="*/ 159440 h 398918"/>
              <a:gd name="csX27" fmla="*/ 857395 w 2176760"/>
              <a:gd name="csY27" fmla="*/ 166746 h 398918"/>
              <a:gd name="csX28" fmla="*/ 844542 w 2176760"/>
              <a:gd name="csY28" fmla="*/ 187041 h 398918"/>
              <a:gd name="csX29" fmla="*/ 840212 w 2176760"/>
              <a:gd name="csY29" fmla="*/ 217348 h 398918"/>
              <a:gd name="csX30" fmla="*/ 844542 w 2176760"/>
              <a:gd name="csY30" fmla="*/ 247384 h 398918"/>
              <a:gd name="csX31" fmla="*/ 857395 w 2176760"/>
              <a:gd name="csY31" fmla="*/ 267679 h 398918"/>
              <a:gd name="csX32" fmla="*/ 878231 w 2176760"/>
              <a:gd name="csY32" fmla="*/ 274985 h 398918"/>
              <a:gd name="csX33" fmla="*/ 898390 w 2176760"/>
              <a:gd name="csY33" fmla="*/ 267679 h 398918"/>
              <a:gd name="csX34" fmla="*/ 910973 w 2176760"/>
              <a:gd name="csY34" fmla="*/ 247384 h 398918"/>
              <a:gd name="csX35" fmla="*/ 915438 w 2176760"/>
              <a:gd name="csY35" fmla="*/ 217348 h 398918"/>
              <a:gd name="csX36" fmla="*/ 910973 w 2176760"/>
              <a:gd name="csY36" fmla="*/ 187041 h 398918"/>
              <a:gd name="csX37" fmla="*/ 898390 w 2176760"/>
              <a:gd name="csY37" fmla="*/ 166746 h 398918"/>
              <a:gd name="csX38" fmla="*/ 878231 w 2176760"/>
              <a:gd name="csY38" fmla="*/ 159440 h 398918"/>
              <a:gd name="csX39" fmla="*/ 1958524 w 2176760"/>
              <a:gd name="csY39" fmla="*/ 113168 h 398918"/>
              <a:gd name="csX40" fmla="*/ 2027789 w 2176760"/>
              <a:gd name="csY40" fmla="*/ 113168 h 398918"/>
              <a:gd name="csX41" fmla="*/ 2066080 w 2176760"/>
              <a:gd name="csY41" fmla="*/ 261455 h 398918"/>
              <a:gd name="csX42" fmla="*/ 2068252 w 2176760"/>
              <a:gd name="csY42" fmla="*/ 261455 h 398918"/>
              <a:gd name="csX43" fmla="*/ 2107076 w 2176760"/>
              <a:gd name="csY43" fmla="*/ 113168 h 398918"/>
              <a:gd name="csX44" fmla="*/ 2176760 w 2176760"/>
              <a:gd name="csY44" fmla="*/ 113168 h 398918"/>
              <a:gd name="csX45" fmla="*/ 2098417 w 2176760"/>
              <a:gd name="csY45" fmla="*/ 340875 h 398918"/>
              <a:gd name="csX46" fmla="*/ 2082320 w 2176760"/>
              <a:gd name="csY46" fmla="*/ 370912 h 398918"/>
              <a:gd name="csX47" fmla="*/ 2055669 w 2176760"/>
              <a:gd name="csY47" fmla="*/ 391477 h 398918"/>
              <a:gd name="csX48" fmla="*/ 2015617 w 2176760"/>
              <a:gd name="csY48" fmla="*/ 398918 h 398918"/>
              <a:gd name="csX49" fmla="*/ 1993157 w 2176760"/>
              <a:gd name="csY49" fmla="*/ 397024 h 398918"/>
              <a:gd name="csX50" fmla="*/ 1975030 w 2176760"/>
              <a:gd name="csY50" fmla="*/ 392289 h 398918"/>
              <a:gd name="csX51" fmla="*/ 1989642 w 2176760"/>
              <a:gd name="csY51" fmla="*/ 344258 h 398918"/>
              <a:gd name="csX52" fmla="*/ 2007225 w 2176760"/>
              <a:gd name="csY52" fmla="*/ 348046 h 398918"/>
              <a:gd name="csX53" fmla="*/ 2020893 w 2176760"/>
              <a:gd name="csY53" fmla="*/ 345475 h 398918"/>
              <a:gd name="csX54" fmla="*/ 2029818 w 2176760"/>
              <a:gd name="csY54" fmla="*/ 334787 h 398918"/>
              <a:gd name="csX55" fmla="*/ 2032390 w 2176760"/>
              <a:gd name="csY55" fmla="*/ 328563 h 398918"/>
              <a:gd name="csX56" fmla="*/ 1888582 w 2176760"/>
              <a:gd name="csY56" fmla="*/ 110462 h 398918"/>
              <a:gd name="csX57" fmla="*/ 1926596 w 2176760"/>
              <a:gd name="csY57" fmla="*/ 120339 h 398918"/>
              <a:gd name="csX58" fmla="*/ 1951761 w 2176760"/>
              <a:gd name="csY58" fmla="*/ 147669 h 398918"/>
              <a:gd name="csX59" fmla="*/ 1960695 w 2176760"/>
              <a:gd name="csY59" fmla="*/ 188530 h 398918"/>
              <a:gd name="csX60" fmla="*/ 1960695 w 2176760"/>
              <a:gd name="csY60" fmla="*/ 320986 h 398918"/>
              <a:gd name="csX61" fmla="*/ 1894535 w 2176760"/>
              <a:gd name="csY61" fmla="*/ 320986 h 398918"/>
              <a:gd name="csX62" fmla="*/ 1894535 w 2176760"/>
              <a:gd name="csY62" fmla="*/ 201518 h 398918"/>
              <a:gd name="csX63" fmla="*/ 1885734 w 2176760"/>
              <a:gd name="csY63" fmla="*/ 174458 h 398918"/>
              <a:gd name="csX64" fmla="*/ 1861245 w 2176760"/>
              <a:gd name="csY64" fmla="*/ 164717 h 398918"/>
              <a:gd name="csX65" fmla="*/ 1842843 w 2176760"/>
              <a:gd name="csY65" fmla="*/ 169317 h 398918"/>
              <a:gd name="csX66" fmla="*/ 1830670 w 2176760"/>
              <a:gd name="csY66" fmla="*/ 182170 h 398918"/>
              <a:gd name="csX67" fmla="*/ 1826345 w 2176760"/>
              <a:gd name="csY67" fmla="*/ 202465 h 398918"/>
              <a:gd name="csX68" fmla="*/ 1826345 w 2176760"/>
              <a:gd name="csY68" fmla="*/ 320986 h 398918"/>
              <a:gd name="csX69" fmla="*/ 1760175 w 2176760"/>
              <a:gd name="csY69" fmla="*/ 320986 h 398918"/>
              <a:gd name="csX70" fmla="*/ 1760175 w 2176760"/>
              <a:gd name="csY70" fmla="*/ 113168 h 398918"/>
              <a:gd name="csX71" fmla="*/ 1823097 w 2176760"/>
              <a:gd name="csY71" fmla="*/ 113168 h 398918"/>
              <a:gd name="csX72" fmla="*/ 1823097 w 2176760"/>
              <a:gd name="csY72" fmla="*/ 151322 h 398918"/>
              <a:gd name="csX73" fmla="*/ 1825393 w 2176760"/>
              <a:gd name="csY73" fmla="*/ 151322 h 398918"/>
              <a:gd name="csX74" fmla="*/ 1848939 w 2176760"/>
              <a:gd name="csY74" fmla="*/ 121421 h 398918"/>
              <a:gd name="csX75" fmla="*/ 1888582 w 2176760"/>
              <a:gd name="csY75" fmla="*/ 110462 h 398918"/>
              <a:gd name="csX76" fmla="*/ 1646770 w 2176760"/>
              <a:gd name="csY76" fmla="*/ 110462 h 398918"/>
              <a:gd name="csX77" fmla="*/ 1683442 w 2176760"/>
              <a:gd name="csY77" fmla="*/ 115198 h 398918"/>
              <a:gd name="csX78" fmla="*/ 1712664 w 2176760"/>
              <a:gd name="csY78" fmla="*/ 128727 h 398918"/>
              <a:gd name="csX79" fmla="*/ 1731876 w 2176760"/>
              <a:gd name="csY79" fmla="*/ 150375 h 398918"/>
              <a:gd name="csX80" fmla="*/ 1738772 w 2176760"/>
              <a:gd name="csY80" fmla="*/ 179735 h 398918"/>
              <a:gd name="csX81" fmla="*/ 1738772 w 2176760"/>
              <a:gd name="csY81" fmla="*/ 320986 h 398918"/>
              <a:gd name="csX82" fmla="*/ 1676536 w 2176760"/>
              <a:gd name="csY82" fmla="*/ 320986 h 398918"/>
              <a:gd name="csX83" fmla="*/ 1676536 w 2176760"/>
              <a:gd name="csY83" fmla="*/ 292032 h 398918"/>
              <a:gd name="csX84" fmla="*/ 1674917 w 2176760"/>
              <a:gd name="csY84" fmla="*/ 292032 h 398918"/>
              <a:gd name="csX85" fmla="*/ 1660705 w 2176760"/>
              <a:gd name="csY85" fmla="*/ 309892 h 398918"/>
              <a:gd name="csX86" fmla="*/ 1640551 w 2176760"/>
              <a:gd name="csY86" fmla="*/ 320851 h 398918"/>
              <a:gd name="csX87" fmla="*/ 1614576 w 2176760"/>
              <a:gd name="csY87" fmla="*/ 324504 h 398918"/>
              <a:gd name="csX88" fmla="*/ 1579257 w 2176760"/>
              <a:gd name="csY88" fmla="*/ 317875 h 398918"/>
              <a:gd name="csX89" fmla="*/ 1555045 w 2176760"/>
              <a:gd name="csY89" fmla="*/ 297580 h 398918"/>
              <a:gd name="csX90" fmla="*/ 1546244 w 2176760"/>
              <a:gd name="csY90" fmla="*/ 263350 h 398918"/>
              <a:gd name="csX91" fmla="*/ 1552330 w 2176760"/>
              <a:gd name="csY91" fmla="*/ 234125 h 398918"/>
              <a:gd name="csX92" fmla="*/ 1569113 w 2176760"/>
              <a:gd name="csY92" fmla="*/ 214777 h 398918"/>
              <a:gd name="csX93" fmla="*/ 1593735 w 2176760"/>
              <a:gd name="csY93" fmla="*/ 203548 h 398918"/>
              <a:gd name="csX94" fmla="*/ 1623501 w 2176760"/>
              <a:gd name="csY94" fmla="*/ 198271 h 398918"/>
              <a:gd name="csX95" fmla="*/ 1652047 w 2176760"/>
              <a:gd name="csY95" fmla="*/ 194889 h 398918"/>
              <a:gd name="csX96" fmla="*/ 1667745 w 2176760"/>
              <a:gd name="csY96" fmla="*/ 189612 h 398918"/>
              <a:gd name="csX97" fmla="*/ 1672755 w 2176760"/>
              <a:gd name="csY97" fmla="*/ 179735 h 398918"/>
              <a:gd name="csX98" fmla="*/ 1672755 w 2176760"/>
              <a:gd name="csY98" fmla="*/ 179058 h 398918"/>
              <a:gd name="csX99" fmla="*/ 1665582 w 2176760"/>
              <a:gd name="csY99" fmla="*/ 162958 h 398918"/>
              <a:gd name="csX100" fmla="*/ 1646228 w 2176760"/>
              <a:gd name="csY100" fmla="*/ 157275 h 398918"/>
              <a:gd name="csX101" fmla="*/ 1625130 w 2176760"/>
              <a:gd name="csY101" fmla="*/ 162958 h 398918"/>
              <a:gd name="csX102" fmla="*/ 1614976 w 2176760"/>
              <a:gd name="csY102" fmla="*/ 178652 h 398918"/>
              <a:gd name="csX103" fmla="*/ 1553959 w 2176760"/>
              <a:gd name="csY103" fmla="*/ 176487 h 398918"/>
              <a:gd name="csX104" fmla="*/ 1567894 w 2176760"/>
              <a:gd name="csY104" fmla="*/ 142663 h 398918"/>
              <a:gd name="csX105" fmla="*/ 1599012 w 2176760"/>
              <a:gd name="csY105" fmla="*/ 119121 h 398918"/>
              <a:gd name="csX106" fmla="*/ 1646770 w 2176760"/>
              <a:gd name="csY106" fmla="*/ 110462 h 398918"/>
              <a:gd name="csX107" fmla="*/ 1457699 w 2176760"/>
              <a:gd name="csY107" fmla="*/ 110462 h 398918"/>
              <a:gd name="csX108" fmla="*/ 1498152 w 2176760"/>
              <a:gd name="csY108" fmla="*/ 121827 h 398918"/>
              <a:gd name="csX109" fmla="*/ 1528727 w 2176760"/>
              <a:gd name="csY109" fmla="*/ 156870 h 398918"/>
              <a:gd name="csX110" fmla="*/ 1540367 w 2176760"/>
              <a:gd name="csY110" fmla="*/ 217212 h 398918"/>
              <a:gd name="csX111" fmla="*/ 1529137 w 2176760"/>
              <a:gd name="csY111" fmla="*/ 276338 h 398918"/>
              <a:gd name="csX112" fmla="*/ 1499104 w 2176760"/>
              <a:gd name="csY112" fmla="*/ 312057 h 398918"/>
              <a:gd name="csX113" fmla="*/ 1457290 w 2176760"/>
              <a:gd name="csY113" fmla="*/ 323963 h 398918"/>
              <a:gd name="csX114" fmla="*/ 1430096 w 2176760"/>
              <a:gd name="csY114" fmla="*/ 318821 h 398918"/>
              <a:gd name="csX115" fmla="*/ 1410750 w 2176760"/>
              <a:gd name="csY115" fmla="*/ 305292 h 398918"/>
              <a:gd name="csX116" fmla="*/ 1398844 w 2176760"/>
              <a:gd name="csY116" fmla="*/ 287297 h 398918"/>
              <a:gd name="csX117" fmla="*/ 1397492 w 2176760"/>
              <a:gd name="csY117" fmla="*/ 287297 h 398918"/>
              <a:gd name="csX118" fmla="*/ 1397492 w 2176760"/>
              <a:gd name="csY118" fmla="*/ 398918 h 398918"/>
              <a:gd name="csX119" fmla="*/ 1331331 w 2176760"/>
              <a:gd name="csY119" fmla="*/ 398918 h 398918"/>
              <a:gd name="csX120" fmla="*/ 1331331 w 2176760"/>
              <a:gd name="csY120" fmla="*/ 113168 h 398918"/>
              <a:gd name="csX121" fmla="*/ 1396815 w 2176760"/>
              <a:gd name="csY121" fmla="*/ 113168 h 398918"/>
              <a:gd name="csX122" fmla="*/ 1396815 w 2176760"/>
              <a:gd name="csY122" fmla="*/ 148751 h 398918"/>
              <a:gd name="csX123" fmla="*/ 1398844 w 2176760"/>
              <a:gd name="csY123" fmla="*/ 148751 h 398918"/>
              <a:gd name="csX124" fmla="*/ 1410350 w 2176760"/>
              <a:gd name="csY124" fmla="*/ 130486 h 398918"/>
              <a:gd name="csX125" fmla="*/ 1429562 w 2176760"/>
              <a:gd name="csY125" fmla="*/ 116145 h 398918"/>
              <a:gd name="csX126" fmla="*/ 1457699 w 2176760"/>
              <a:gd name="csY126" fmla="*/ 110462 h 398918"/>
              <a:gd name="csX127" fmla="*/ 1121591 w 2176760"/>
              <a:gd name="csY127" fmla="*/ 110462 h 398918"/>
              <a:gd name="csX128" fmla="*/ 1158662 w 2176760"/>
              <a:gd name="csY128" fmla="*/ 121557 h 398918"/>
              <a:gd name="csX129" fmla="*/ 1178283 w 2176760"/>
              <a:gd name="csY129" fmla="*/ 151322 h 398918"/>
              <a:gd name="csX130" fmla="*/ 1180445 w 2176760"/>
              <a:gd name="csY130" fmla="*/ 151322 h 398918"/>
              <a:gd name="csX131" fmla="*/ 1203182 w 2176760"/>
              <a:gd name="csY131" fmla="*/ 121692 h 398918"/>
              <a:gd name="csX132" fmla="*/ 1243091 w 2176760"/>
              <a:gd name="csY132" fmla="*/ 110462 h 398918"/>
              <a:gd name="csX133" fmla="*/ 1290983 w 2176760"/>
              <a:gd name="csY133" fmla="*/ 129404 h 398918"/>
              <a:gd name="csX134" fmla="*/ 1309385 w 2176760"/>
              <a:gd name="csY134" fmla="*/ 181088 h 398918"/>
              <a:gd name="csX135" fmla="*/ 1309385 w 2176760"/>
              <a:gd name="csY135" fmla="*/ 320986 h 398918"/>
              <a:gd name="csX136" fmla="*/ 1243225 w 2176760"/>
              <a:gd name="csY136" fmla="*/ 320986 h 398918"/>
              <a:gd name="csX137" fmla="*/ 1243225 w 2176760"/>
              <a:gd name="csY137" fmla="*/ 196241 h 398918"/>
              <a:gd name="csX138" fmla="*/ 1235243 w 2176760"/>
              <a:gd name="csY138" fmla="*/ 172564 h 398918"/>
              <a:gd name="csX139" fmla="*/ 1214545 w 2176760"/>
              <a:gd name="csY139" fmla="*/ 164311 h 398918"/>
              <a:gd name="csX140" fmla="*/ 1193028 w 2176760"/>
              <a:gd name="csY140" fmla="*/ 173240 h 398918"/>
              <a:gd name="csX141" fmla="*/ 1185322 w 2176760"/>
              <a:gd name="csY141" fmla="*/ 196917 h 398918"/>
              <a:gd name="csX142" fmla="*/ 1185322 w 2176760"/>
              <a:gd name="csY142" fmla="*/ 320986 h 398918"/>
              <a:gd name="csX143" fmla="*/ 1121724 w 2176760"/>
              <a:gd name="csY143" fmla="*/ 320986 h 398918"/>
              <a:gd name="csX144" fmla="*/ 1121724 w 2176760"/>
              <a:gd name="csY144" fmla="*/ 195565 h 398918"/>
              <a:gd name="csX145" fmla="*/ 1113885 w 2176760"/>
              <a:gd name="csY145" fmla="*/ 172699 h 398918"/>
              <a:gd name="csX146" fmla="*/ 1093177 w 2176760"/>
              <a:gd name="csY146" fmla="*/ 164311 h 398918"/>
              <a:gd name="csX147" fmla="*/ 1077890 w 2176760"/>
              <a:gd name="csY147" fmla="*/ 168505 h 398918"/>
              <a:gd name="csX148" fmla="*/ 1067469 w 2176760"/>
              <a:gd name="csY148" fmla="*/ 180141 h 398918"/>
              <a:gd name="csX149" fmla="*/ 1063821 w 2176760"/>
              <a:gd name="csY149" fmla="*/ 198000 h 398918"/>
              <a:gd name="csX150" fmla="*/ 1063821 w 2176760"/>
              <a:gd name="csY150" fmla="*/ 320986 h 398918"/>
              <a:gd name="csX151" fmla="*/ 997661 w 2176760"/>
              <a:gd name="csY151" fmla="*/ 320986 h 398918"/>
              <a:gd name="csX152" fmla="*/ 997661 w 2176760"/>
              <a:gd name="csY152" fmla="*/ 113168 h 398918"/>
              <a:gd name="csX153" fmla="*/ 1060573 w 2176760"/>
              <a:gd name="csY153" fmla="*/ 113168 h 398918"/>
              <a:gd name="csX154" fmla="*/ 1060573 w 2176760"/>
              <a:gd name="csY154" fmla="*/ 151322 h 398918"/>
              <a:gd name="csX155" fmla="*/ 1062869 w 2176760"/>
              <a:gd name="csY155" fmla="*/ 151322 h 398918"/>
              <a:gd name="csX156" fmla="*/ 1084795 w 2176760"/>
              <a:gd name="csY156" fmla="*/ 121421 h 398918"/>
              <a:gd name="csX157" fmla="*/ 1121591 w 2176760"/>
              <a:gd name="csY157" fmla="*/ 110462 h 398918"/>
              <a:gd name="csX158" fmla="*/ 877825 w 2176760"/>
              <a:gd name="csY158" fmla="*/ 110462 h 398918"/>
              <a:gd name="csX159" fmla="*/ 933977 w 2176760"/>
              <a:gd name="csY159" fmla="*/ 123992 h 398918"/>
              <a:gd name="csX160" fmla="*/ 970095 w 2176760"/>
              <a:gd name="csY160" fmla="*/ 161604 h 398918"/>
              <a:gd name="csX161" fmla="*/ 982821 w 2176760"/>
              <a:gd name="csY161" fmla="*/ 217753 h 398918"/>
              <a:gd name="csX162" fmla="*/ 970095 w 2176760"/>
              <a:gd name="csY162" fmla="*/ 273902 h 398918"/>
              <a:gd name="csX163" fmla="*/ 933977 w 2176760"/>
              <a:gd name="csY163" fmla="*/ 311516 h 398918"/>
              <a:gd name="csX164" fmla="*/ 877825 w 2176760"/>
              <a:gd name="csY164" fmla="*/ 324910 h 398918"/>
              <a:gd name="csX165" fmla="*/ 821541 w 2176760"/>
              <a:gd name="csY165" fmla="*/ 311516 h 398918"/>
              <a:gd name="csX166" fmla="*/ 785416 w 2176760"/>
              <a:gd name="csY166" fmla="*/ 273902 h 398918"/>
              <a:gd name="csX167" fmla="*/ 772834 w 2176760"/>
              <a:gd name="csY167" fmla="*/ 217753 h 398918"/>
              <a:gd name="csX168" fmla="*/ 785416 w 2176760"/>
              <a:gd name="csY168" fmla="*/ 161604 h 398918"/>
              <a:gd name="csX169" fmla="*/ 821541 w 2176760"/>
              <a:gd name="csY169" fmla="*/ 123992 h 398918"/>
              <a:gd name="csX170" fmla="*/ 877825 w 2176760"/>
              <a:gd name="csY170" fmla="*/ 110462 h 398918"/>
              <a:gd name="csX171" fmla="*/ 638422 w 2176760"/>
              <a:gd name="csY171" fmla="*/ 40107 h 398918"/>
              <a:gd name="csX172" fmla="*/ 684964 w 2176760"/>
              <a:gd name="csY172" fmla="*/ 47143 h 398918"/>
              <a:gd name="csX173" fmla="*/ 722577 w 2176760"/>
              <a:gd name="csY173" fmla="*/ 67437 h 398918"/>
              <a:gd name="csX174" fmla="*/ 748960 w 2176760"/>
              <a:gd name="csY174" fmla="*/ 100044 h 398918"/>
              <a:gd name="csX175" fmla="*/ 761543 w 2176760"/>
              <a:gd name="csY175" fmla="*/ 144287 h 398918"/>
              <a:gd name="csX176" fmla="*/ 693894 w 2176760"/>
              <a:gd name="csY176" fmla="*/ 144287 h 398918"/>
              <a:gd name="csX177" fmla="*/ 688347 w 2176760"/>
              <a:gd name="csY177" fmla="*/ 125480 h 398918"/>
              <a:gd name="csX178" fmla="*/ 677252 w 2176760"/>
              <a:gd name="csY178" fmla="*/ 111139 h 398918"/>
              <a:gd name="csX179" fmla="*/ 660881 w 2176760"/>
              <a:gd name="csY179" fmla="*/ 102073 h 398918"/>
              <a:gd name="csX180" fmla="*/ 640181 w 2176760"/>
              <a:gd name="csY180" fmla="*/ 98826 h 398918"/>
              <a:gd name="csX181" fmla="*/ 605409 w 2176760"/>
              <a:gd name="csY181" fmla="*/ 108704 h 398918"/>
              <a:gd name="csX182" fmla="*/ 583084 w 2176760"/>
              <a:gd name="csY182" fmla="*/ 137251 h 398918"/>
              <a:gd name="csX183" fmla="*/ 575373 w 2176760"/>
              <a:gd name="csY183" fmla="*/ 182440 h 398918"/>
              <a:gd name="csX184" fmla="*/ 583219 w 2176760"/>
              <a:gd name="csY184" fmla="*/ 228713 h 398918"/>
              <a:gd name="csX185" fmla="*/ 605544 w 2176760"/>
              <a:gd name="csY185" fmla="*/ 256719 h 398918"/>
              <a:gd name="csX186" fmla="*/ 639774 w 2176760"/>
              <a:gd name="csY186" fmla="*/ 266056 h 398918"/>
              <a:gd name="csX187" fmla="*/ 659934 w 2176760"/>
              <a:gd name="csY187" fmla="*/ 263214 h 398918"/>
              <a:gd name="csX188" fmla="*/ 676035 w 2176760"/>
              <a:gd name="csY188" fmla="*/ 254961 h 398918"/>
              <a:gd name="csX189" fmla="*/ 687535 w 2176760"/>
              <a:gd name="csY189" fmla="*/ 241566 h 398918"/>
              <a:gd name="csX190" fmla="*/ 693894 w 2176760"/>
              <a:gd name="csY190" fmla="*/ 223571 h 398918"/>
              <a:gd name="csX191" fmla="*/ 761543 w 2176760"/>
              <a:gd name="csY191" fmla="*/ 223977 h 398918"/>
              <a:gd name="csX192" fmla="*/ 750855 w 2176760"/>
              <a:gd name="csY192" fmla="*/ 260238 h 398918"/>
              <a:gd name="csX193" fmla="*/ 726636 w 2176760"/>
              <a:gd name="csY193" fmla="*/ 292845 h 398918"/>
              <a:gd name="csX194" fmla="*/ 689023 w 2176760"/>
              <a:gd name="csY194" fmla="*/ 316115 h 398918"/>
              <a:gd name="csX195" fmla="*/ 638422 w 2176760"/>
              <a:gd name="csY195" fmla="*/ 324774 h 398918"/>
              <a:gd name="csX196" fmla="*/ 571043 w 2176760"/>
              <a:gd name="csY196" fmla="*/ 308269 h 398918"/>
              <a:gd name="csX197" fmla="*/ 524230 w 2176760"/>
              <a:gd name="csY197" fmla="*/ 259831 h 398918"/>
              <a:gd name="csX198" fmla="*/ 507047 w 2176760"/>
              <a:gd name="csY198" fmla="*/ 182440 h 398918"/>
              <a:gd name="csX199" fmla="*/ 524501 w 2176760"/>
              <a:gd name="csY199" fmla="*/ 104915 h 398918"/>
              <a:gd name="csX200" fmla="*/ 571720 w 2176760"/>
              <a:gd name="csY200" fmla="*/ 56613 h 398918"/>
              <a:gd name="csX201" fmla="*/ 638422 w 2176760"/>
              <a:gd name="csY201" fmla="*/ 40107 h 398918"/>
              <a:gd name="csX202" fmla="*/ 173334 w 2176760"/>
              <a:gd name="csY202" fmla="*/ 388 h 398918"/>
              <a:gd name="csX203" fmla="*/ 203201 w 2176760"/>
              <a:gd name="csY203" fmla="*/ 23874 h 398918"/>
              <a:gd name="csX204" fmla="*/ 207884 w 2176760"/>
              <a:gd name="csY204" fmla="*/ 106674 h 398918"/>
              <a:gd name="csX205" fmla="*/ 205931 w 2176760"/>
              <a:gd name="csY205" fmla="*/ 178674 h 398918"/>
              <a:gd name="csX206" fmla="*/ 245788 w 2176760"/>
              <a:gd name="csY206" fmla="*/ 130013 h 398918"/>
              <a:gd name="csX207" fmla="*/ 275688 w 2176760"/>
              <a:gd name="csY207" fmla="*/ 84730 h 398918"/>
              <a:gd name="csX208" fmla="*/ 354140 w 2176760"/>
              <a:gd name="csY208" fmla="*/ 66519 h 398918"/>
              <a:gd name="csX209" fmla="*/ 361481 w 2176760"/>
              <a:gd name="csY209" fmla="*/ 109150 h 398918"/>
              <a:gd name="csX210" fmla="*/ 338417 w 2176760"/>
              <a:gd name="csY210" fmla="*/ 133682 h 398918"/>
              <a:gd name="csX211" fmla="*/ 219060 w 2176760"/>
              <a:gd name="csY211" fmla="*/ 194763 h 398918"/>
              <a:gd name="csX212" fmla="*/ 346051 w 2176760"/>
              <a:gd name="csY212" fmla="*/ 205287 h 398918"/>
              <a:gd name="csX213" fmla="*/ 380609 w 2176760"/>
              <a:gd name="csY213" fmla="*/ 220765 h 398918"/>
              <a:gd name="csX214" fmla="*/ 394527 w 2176760"/>
              <a:gd name="csY214" fmla="*/ 254303 h 398918"/>
              <a:gd name="csX215" fmla="*/ 353821 w 2176760"/>
              <a:gd name="csY215" fmla="*/ 287105 h 398918"/>
              <a:gd name="csX216" fmla="*/ 311392 w 2176760"/>
              <a:gd name="csY216" fmla="*/ 274570 h 398918"/>
              <a:gd name="csX217" fmla="*/ 277726 w 2176760"/>
              <a:gd name="csY217" fmla="*/ 252008 h 398918"/>
              <a:gd name="csX218" fmla="*/ 212863 w 2176760"/>
              <a:gd name="csY218" fmla="*/ 213786 h 398918"/>
              <a:gd name="csX219" fmla="*/ 237229 w 2176760"/>
              <a:gd name="csY219" fmla="*/ 273082 h 398918"/>
              <a:gd name="csX220" fmla="*/ 269581 w 2176760"/>
              <a:gd name="csY220" fmla="*/ 351281 h 398918"/>
              <a:gd name="csX221" fmla="*/ 246106 w 2176760"/>
              <a:gd name="csY221" fmla="*/ 393988 h 398918"/>
              <a:gd name="csX222" fmla="*/ 246123 w 2176760"/>
              <a:gd name="csY222" fmla="*/ 394009 h 398918"/>
              <a:gd name="csX223" fmla="*/ 198604 w 2176760"/>
              <a:gd name="csY223" fmla="*/ 383786 h 398918"/>
              <a:gd name="csX224" fmla="*/ 186930 w 2176760"/>
              <a:gd name="csY224" fmla="*/ 312064 h 398918"/>
              <a:gd name="csX225" fmla="*/ 191644 w 2176760"/>
              <a:gd name="csY225" fmla="*/ 277111 h 398918"/>
              <a:gd name="csX226" fmla="*/ 191992 w 2176760"/>
              <a:gd name="csY226" fmla="*/ 218052 h 398918"/>
              <a:gd name="csX227" fmla="*/ 146020 w 2176760"/>
              <a:gd name="csY227" fmla="*/ 274836 h 398918"/>
              <a:gd name="csX228" fmla="*/ 113756 w 2176760"/>
              <a:gd name="csY228" fmla="*/ 320504 h 398918"/>
              <a:gd name="csX229" fmla="*/ 90341 w 2176760"/>
              <a:gd name="csY229" fmla="*/ 338935 h 398918"/>
              <a:gd name="csX230" fmla="*/ 42703 w 2176760"/>
              <a:gd name="csY230" fmla="*/ 332486 h 398918"/>
              <a:gd name="csX231" fmla="*/ 32856 w 2176760"/>
              <a:gd name="csY231" fmla="*/ 299410 h 398918"/>
              <a:gd name="csX232" fmla="*/ 48816 w 2176760"/>
              <a:gd name="csY232" fmla="*/ 271999 h 398918"/>
              <a:gd name="csX233" fmla="*/ 74047 w 2176760"/>
              <a:gd name="csY233" fmla="*/ 253899 h 398918"/>
              <a:gd name="csX234" fmla="*/ 112286 w 2176760"/>
              <a:gd name="csY234" fmla="*/ 236591 h 398918"/>
              <a:gd name="csX235" fmla="*/ 177023 w 2176760"/>
              <a:gd name="csY235" fmla="*/ 203107 h 398918"/>
              <a:gd name="csX236" fmla="*/ 34342 w 2176760"/>
              <a:gd name="csY236" fmla="*/ 189387 h 398918"/>
              <a:gd name="csX237" fmla="*/ 2195 w 2176760"/>
              <a:gd name="csY237" fmla="*/ 160436 h 398918"/>
              <a:gd name="csX238" fmla="*/ 35442 w 2176760"/>
              <a:gd name="csY238" fmla="*/ 111700 h 398918"/>
              <a:gd name="csX239" fmla="*/ 126906 w 2176760"/>
              <a:gd name="csY239" fmla="*/ 151097 h 398918"/>
              <a:gd name="csX240" fmla="*/ 185089 w 2176760"/>
              <a:gd name="csY240" fmla="*/ 182501 h 398918"/>
              <a:gd name="csX241" fmla="*/ 160623 w 2176760"/>
              <a:gd name="csY241" fmla="*/ 123937 h 398918"/>
              <a:gd name="csX242" fmla="*/ 134370 w 2176760"/>
              <a:gd name="csY242" fmla="*/ 76024 h 398918"/>
              <a:gd name="csX243" fmla="*/ 127306 w 2176760"/>
              <a:gd name="csY243" fmla="*/ 38705 h 398918"/>
              <a:gd name="csX244" fmla="*/ 173334 w 2176760"/>
              <a:gd name="csY244" fmla="*/ 388 h 3989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</a:cxnLst>
            <a:rect l="l" t="t" r="r" b="b"/>
            <a:pathLst>
              <a:path w="2176760" h="398918">
                <a:moveTo>
                  <a:pt x="1673155" y="227360"/>
                </a:moveTo>
                <a:cubicBezTo>
                  <a:pt x="1671259" y="228352"/>
                  <a:pt x="1668964" y="229254"/>
                  <a:pt x="1666259" y="230065"/>
                </a:cubicBezTo>
                <a:cubicBezTo>
                  <a:pt x="1663639" y="230878"/>
                  <a:pt x="1660753" y="231645"/>
                  <a:pt x="1657600" y="232366"/>
                </a:cubicBezTo>
                <a:cubicBezTo>
                  <a:pt x="1654438" y="233088"/>
                  <a:pt x="1651190" y="233719"/>
                  <a:pt x="1647856" y="234260"/>
                </a:cubicBezTo>
                <a:cubicBezTo>
                  <a:pt x="1644513" y="234801"/>
                  <a:pt x="1641313" y="235297"/>
                  <a:pt x="1638246" y="235748"/>
                </a:cubicBezTo>
                <a:cubicBezTo>
                  <a:pt x="1632026" y="236741"/>
                  <a:pt x="1626701" y="238274"/>
                  <a:pt x="1622282" y="240349"/>
                </a:cubicBezTo>
                <a:cubicBezTo>
                  <a:pt x="1617957" y="242423"/>
                  <a:pt x="1614614" y="245129"/>
                  <a:pt x="1612271" y="248467"/>
                </a:cubicBezTo>
                <a:cubicBezTo>
                  <a:pt x="1610013" y="251714"/>
                  <a:pt x="1608890" y="255592"/>
                  <a:pt x="1608890" y="260103"/>
                </a:cubicBezTo>
                <a:cubicBezTo>
                  <a:pt x="1608890" y="266958"/>
                  <a:pt x="1611328" y="272189"/>
                  <a:pt x="1616195" y="275797"/>
                </a:cubicBezTo>
                <a:cubicBezTo>
                  <a:pt x="1621158" y="279405"/>
                  <a:pt x="1627425" y="281209"/>
                  <a:pt x="1634998" y="281209"/>
                </a:cubicBezTo>
                <a:cubicBezTo>
                  <a:pt x="1642132" y="281209"/>
                  <a:pt x="1648533" y="279765"/>
                  <a:pt x="1654209" y="276879"/>
                </a:cubicBezTo>
                <a:cubicBezTo>
                  <a:pt x="1659991" y="273993"/>
                  <a:pt x="1664592" y="270024"/>
                  <a:pt x="1668011" y="264973"/>
                </a:cubicBezTo>
                <a:cubicBezTo>
                  <a:pt x="1671440" y="259831"/>
                  <a:pt x="1673155" y="253878"/>
                  <a:pt x="1673155" y="247113"/>
                </a:cubicBezTo>
                <a:close/>
                <a:moveTo>
                  <a:pt x="1434430" y="162146"/>
                </a:moveTo>
                <a:cubicBezTo>
                  <a:pt x="1426314" y="162146"/>
                  <a:pt x="1419409" y="164356"/>
                  <a:pt x="1413732" y="168776"/>
                </a:cubicBezTo>
                <a:cubicBezTo>
                  <a:pt x="1408045" y="173195"/>
                  <a:pt x="1403673" y="179510"/>
                  <a:pt x="1400606" y="187717"/>
                </a:cubicBezTo>
                <a:cubicBezTo>
                  <a:pt x="1397625" y="195926"/>
                  <a:pt x="1396139" y="205712"/>
                  <a:pt x="1396139" y="217077"/>
                </a:cubicBezTo>
                <a:cubicBezTo>
                  <a:pt x="1396139" y="228262"/>
                  <a:pt x="1397625" y="238004"/>
                  <a:pt x="1400606" y="246302"/>
                </a:cubicBezTo>
                <a:cubicBezTo>
                  <a:pt x="1403673" y="254600"/>
                  <a:pt x="1408045" y="261049"/>
                  <a:pt x="1413732" y="265649"/>
                </a:cubicBezTo>
                <a:cubicBezTo>
                  <a:pt x="1419504" y="270159"/>
                  <a:pt x="1426400" y="272415"/>
                  <a:pt x="1434430" y="272415"/>
                </a:cubicBezTo>
                <a:cubicBezTo>
                  <a:pt x="1442545" y="272415"/>
                  <a:pt x="1449451" y="270159"/>
                  <a:pt x="1455127" y="265649"/>
                </a:cubicBezTo>
                <a:cubicBezTo>
                  <a:pt x="1460814" y="261049"/>
                  <a:pt x="1465100" y="254600"/>
                  <a:pt x="1467986" y="246302"/>
                </a:cubicBezTo>
                <a:cubicBezTo>
                  <a:pt x="1470958" y="238004"/>
                  <a:pt x="1472444" y="228262"/>
                  <a:pt x="1472444" y="217077"/>
                </a:cubicBezTo>
                <a:cubicBezTo>
                  <a:pt x="1472444" y="205893"/>
                  <a:pt x="1470958" y="196196"/>
                  <a:pt x="1467986" y="187988"/>
                </a:cubicBezTo>
                <a:cubicBezTo>
                  <a:pt x="1465100" y="179780"/>
                  <a:pt x="1460814" y="173421"/>
                  <a:pt x="1455127" y="168911"/>
                </a:cubicBezTo>
                <a:cubicBezTo>
                  <a:pt x="1449536" y="164401"/>
                  <a:pt x="1442640" y="162146"/>
                  <a:pt x="1434430" y="162146"/>
                </a:cubicBezTo>
                <a:close/>
                <a:moveTo>
                  <a:pt x="878231" y="159440"/>
                </a:moveTo>
                <a:cubicBezTo>
                  <a:pt x="870023" y="159440"/>
                  <a:pt x="863077" y="161876"/>
                  <a:pt x="857395" y="166746"/>
                </a:cubicBezTo>
                <a:cubicBezTo>
                  <a:pt x="851802" y="171617"/>
                  <a:pt x="847518" y="178382"/>
                  <a:pt x="844542" y="187041"/>
                </a:cubicBezTo>
                <a:cubicBezTo>
                  <a:pt x="841655" y="195700"/>
                  <a:pt x="840212" y="205802"/>
                  <a:pt x="840212" y="217348"/>
                </a:cubicBezTo>
                <a:cubicBezTo>
                  <a:pt x="840212" y="228713"/>
                  <a:pt x="841655" y="238725"/>
                  <a:pt x="844542" y="247384"/>
                </a:cubicBezTo>
                <a:cubicBezTo>
                  <a:pt x="847518" y="256043"/>
                  <a:pt x="851802" y="262808"/>
                  <a:pt x="857395" y="267679"/>
                </a:cubicBezTo>
                <a:cubicBezTo>
                  <a:pt x="863077" y="272550"/>
                  <a:pt x="870023" y="274985"/>
                  <a:pt x="878231" y="274985"/>
                </a:cubicBezTo>
                <a:cubicBezTo>
                  <a:pt x="886169" y="274985"/>
                  <a:pt x="892889" y="272550"/>
                  <a:pt x="898390" y="267679"/>
                </a:cubicBezTo>
                <a:cubicBezTo>
                  <a:pt x="903893" y="262808"/>
                  <a:pt x="908087" y="256043"/>
                  <a:pt x="910973" y="247384"/>
                </a:cubicBezTo>
                <a:cubicBezTo>
                  <a:pt x="913949" y="238725"/>
                  <a:pt x="915438" y="228713"/>
                  <a:pt x="915438" y="217348"/>
                </a:cubicBezTo>
                <a:cubicBezTo>
                  <a:pt x="915438" y="205802"/>
                  <a:pt x="913949" y="195700"/>
                  <a:pt x="910973" y="187041"/>
                </a:cubicBezTo>
                <a:cubicBezTo>
                  <a:pt x="908087" y="178382"/>
                  <a:pt x="903893" y="171617"/>
                  <a:pt x="898390" y="166746"/>
                </a:cubicBezTo>
                <a:cubicBezTo>
                  <a:pt x="892889" y="161876"/>
                  <a:pt x="886169" y="159440"/>
                  <a:pt x="878231" y="159440"/>
                </a:cubicBezTo>
                <a:close/>
                <a:moveTo>
                  <a:pt x="1958524" y="113168"/>
                </a:moveTo>
                <a:lnTo>
                  <a:pt x="2027789" y="113168"/>
                </a:lnTo>
                <a:lnTo>
                  <a:pt x="2066080" y="261455"/>
                </a:lnTo>
                <a:lnTo>
                  <a:pt x="2068252" y="261455"/>
                </a:lnTo>
                <a:lnTo>
                  <a:pt x="2107076" y="113168"/>
                </a:lnTo>
                <a:lnTo>
                  <a:pt x="2176760" y="113168"/>
                </a:lnTo>
                <a:lnTo>
                  <a:pt x="2098417" y="340875"/>
                </a:lnTo>
                <a:cubicBezTo>
                  <a:pt x="2094627" y="352241"/>
                  <a:pt x="2089264" y="362252"/>
                  <a:pt x="2082320" y="370912"/>
                </a:cubicBezTo>
                <a:cubicBezTo>
                  <a:pt x="2075462" y="379660"/>
                  <a:pt x="2066575" y="386515"/>
                  <a:pt x="2055669" y="391477"/>
                </a:cubicBezTo>
                <a:cubicBezTo>
                  <a:pt x="2044839" y="396438"/>
                  <a:pt x="2031495" y="398918"/>
                  <a:pt x="2015617" y="398918"/>
                </a:cubicBezTo>
                <a:cubicBezTo>
                  <a:pt x="2007682" y="398918"/>
                  <a:pt x="2000196" y="398286"/>
                  <a:pt x="1993157" y="397024"/>
                </a:cubicBezTo>
                <a:cubicBezTo>
                  <a:pt x="1986118" y="395851"/>
                  <a:pt x="1980079" y="394273"/>
                  <a:pt x="1975030" y="392289"/>
                </a:cubicBezTo>
                <a:lnTo>
                  <a:pt x="1989642" y="344258"/>
                </a:lnTo>
                <a:cubicBezTo>
                  <a:pt x="1996138" y="346423"/>
                  <a:pt x="2001996" y="347685"/>
                  <a:pt x="2007225" y="348046"/>
                </a:cubicBezTo>
                <a:cubicBezTo>
                  <a:pt x="2012550" y="348407"/>
                  <a:pt x="2017102" y="347550"/>
                  <a:pt x="2020893" y="345475"/>
                </a:cubicBezTo>
                <a:cubicBezTo>
                  <a:pt x="2024770" y="343491"/>
                  <a:pt x="2027751" y="339928"/>
                  <a:pt x="2029818" y="334787"/>
                </a:cubicBezTo>
                <a:lnTo>
                  <a:pt x="2032390" y="328563"/>
                </a:lnTo>
                <a:close/>
                <a:moveTo>
                  <a:pt x="1888582" y="110462"/>
                </a:moveTo>
                <a:cubicBezTo>
                  <a:pt x="1903193" y="110462"/>
                  <a:pt x="1915861" y="113755"/>
                  <a:pt x="1926596" y="120339"/>
                </a:cubicBezTo>
                <a:cubicBezTo>
                  <a:pt x="1937416" y="126833"/>
                  <a:pt x="1945808" y="135943"/>
                  <a:pt x="1951761" y="147669"/>
                </a:cubicBezTo>
                <a:cubicBezTo>
                  <a:pt x="1957809" y="159305"/>
                  <a:pt x="1960781" y="172925"/>
                  <a:pt x="1960695" y="188530"/>
                </a:cubicBezTo>
                <a:lnTo>
                  <a:pt x="1960695" y="320986"/>
                </a:lnTo>
                <a:lnTo>
                  <a:pt x="1894535" y="320986"/>
                </a:lnTo>
                <a:lnTo>
                  <a:pt x="1894535" y="201518"/>
                </a:lnTo>
                <a:cubicBezTo>
                  <a:pt x="1894621" y="189973"/>
                  <a:pt x="1891687" y="180953"/>
                  <a:pt x="1885734" y="174458"/>
                </a:cubicBezTo>
                <a:cubicBezTo>
                  <a:pt x="1879876" y="167964"/>
                  <a:pt x="1871713" y="164717"/>
                  <a:pt x="1861245" y="164717"/>
                </a:cubicBezTo>
                <a:cubicBezTo>
                  <a:pt x="1854301" y="164717"/>
                  <a:pt x="1848167" y="166250"/>
                  <a:pt x="1842843" y="169317"/>
                </a:cubicBezTo>
                <a:cubicBezTo>
                  <a:pt x="1837613" y="172293"/>
                  <a:pt x="1833556" y="176578"/>
                  <a:pt x="1830670" y="182170"/>
                </a:cubicBezTo>
                <a:cubicBezTo>
                  <a:pt x="1827869" y="187763"/>
                  <a:pt x="1826431" y="194528"/>
                  <a:pt x="1826345" y="202465"/>
                </a:cubicBezTo>
                <a:lnTo>
                  <a:pt x="1826345" y="320986"/>
                </a:lnTo>
                <a:lnTo>
                  <a:pt x="1760175" y="320986"/>
                </a:lnTo>
                <a:lnTo>
                  <a:pt x="1760175" y="113168"/>
                </a:lnTo>
                <a:lnTo>
                  <a:pt x="1823097" y="113168"/>
                </a:lnTo>
                <a:lnTo>
                  <a:pt x="1823097" y="151322"/>
                </a:lnTo>
                <a:lnTo>
                  <a:pt x="1825393" y="151322"/>
                </a:lnTo>
                <a:cubicBezTo>
                  <a:pt x="1829993" y="138604"/>
                  <a:pt x="1837842" y="128638"/>
                  <a:pt x="1848939" y="121421"/>
                </a:cubicBezTo>
                <a:cubicBezTo>
                  <a:pt x="1860026" y="114115"/>
                  <a:pt x="1873246" y="110462"/>
                  <a:pt x="1888582" y="110462"/>
                </a:cubicBezTo>
                <a:close/>
                <a:moveTo>
                  <a:pt x="1646770" y="110462"/>
                </a:moveTo>
                <a:cubicBezTo>
                  <a:pt x="1660029" y="110462"/>
                  <a:pt x="1672250" y="112040"/>
                  <a:pt x="1683442" y="115198"/>
                </a:cubicBezTo>
                <a:cubicBezTo>
                  <a:pt x="1694624" y="118265"/>
                  <a:pt x="1704368" y="122774"/>
                  <a:pt x="1712664" y="128727"/>
                </a:cubicBezTo>
                <a:cubicBezTo>
                  <a:pt x="1720961" y="134591"/>
                  <a:pt x="1727361" y="141806"/>
                  <a:pt x="1731876" y="150375"/>
                </a:cubicBezTo>
                <a:cubicBezTo>
                  <a:pt x="1736477" y="158944"/>
                  <a:pt x="1738772" y="168731"/>
                  <a:pt x="1738772" y="179735"/>
                </a:cubicBezTo>
                <a:lnTo>
                  <a:pt x="1738772" y="320986"/>
                </a:lnTo>
                <a:lnTo>
                  <a:pt x="1676536" y="320986"/>
                </a:lnTo>
                <a:lnTo>
                  <a:pt x="1676536" y="292032"/>
                </a:lnTo>
                <a:lnTo>
                  <a:pt x="1674917" y="292032"/>
                </a:lnTo>
                <a:cubicBezTo>
                  <a:pt x="1671221" y="299068"/>
                  <a:pt x="1666478" y="305021"/>
                  <a:pt x="1660705" y="309892"/>
                </a:cubicBezTo>
                <a:cubicBezTo>
                  <a:pt x="1655029" y="314763"/>
                  <a:pt x="1648304" y="318416"/>
                  <a:pt x="1640551" y="320851"/>
                </a:cubicBezTo>
                <a:cubicBezTo>
                  <a:pt x="1632883" y="323287"/>
                  <a:pt x="1624225" y="324504"/>
                  <a:pt x="1614576" y="324504"/>
                </a:cubicBezTo>
                <a:cubicBezTo>
                  <a:pt x="1601317" y="324504"/>
                  <a:pt x="1589544" y="322294"/>
                  <a:pt x="1579257" y="317875"/>
                </a:cubicBezTo>
                <a:cubicBezTo>
                  <a:pt x="1569066" y="313364"/>
                  <a:pt x="1560998" y="306600"/>
                  <a:pt x="1555045" y="297580"/>
                </a:cubicBezTo>
                <a:cubicBezTo>
                  <a:pt x="1549177" y="288470"/>
                  <a:pt x="1546244" y="277060"/>
                  <a:pt x="1546244" y="263350"/>
                </a:cubicBezTo>
                <a:cubicBezTo>
                  <a:pt x="1546244" y="251803"/>
                  <a:pt x="1548272" y="242062"/>
                  <a:pt x="1552330" y="234125"/>
                </a:cubicBezTo>
                <a:cubicBezTo>
                  <a:pt x="1556397" y="226187"/>
                  <a:pt x="1561988" y="219738"/>
                  <a:pt x="1569113" y="214777"/>
                </a:cubicBezTo>
                <a:cubicBezTo>
                  <a:pt x="1576238" y="209816"/>
                  <a:pt x="1584448" y="206073"/>
                  <a:pt x="1593735" y="203548"/>
                </a:cubicBezTo>
                <a:cubicBezTo>
                  <a:pt x="1603022" y="200931"/>
                  <a:pt x="1612947" y="199173"/>
                  <a:pt x="1623501" y="198271"/>
                </a:cubicBezTo>
                <a:cubicBezTo>
                  <a:pt x="1635321" y="197188"/>
                  <a:pt x="1644837" y="196061"/>
                  <a:pt x="1652047" y="194889"/>
                </a:cubicBezTo>
                <a:cubicBezTo>
                  <a:pt x="1659267" y="193626"/>
                  <a:pt x="1664497" y="191866"/>
                  <a:pt x="1667745" y="189612"/>
                </a:cubicBezTo>
                <a:cubicBezTo>
                  <a:pt x="1671078" y="187267"/>
                  <a:pt x="1672755" y="183974"/>
                  <a:pt x="1672755" y="179735"/>
                </a:cubicBezTo>
                <a:lnTo>
                  <a:pt x="1672755" y="179058"/>
                </a:lnTo>
                <a:cubicBezTo>
                  <a:pt x="1672755" y="172113"/>
                  <a:pt x="1670364" y="166746"/>
                  <a:pt x="1665582" y="162958"/>
                </a:cubicBezTo>
                <a:cubicBezTo>
                  <a:pt x="1660801" y="159170"/>
                  <a:pt x="1654352" y="157275"/>
                  <a:pt x="1646228" y="157275"/>
                </a:cubicBezTo>
                <a:cubicBezTo>
                  <a:pt x="1637484" y="157275"/>
                  <a:pt x="1630445" y="159170"/>
                  <a:pt x="1625130" y="162958"/>
                </a:cubicBezTo>
                <a:cubicBezTo>
                  <a:pt x="1619805" y="166746"/>
                  <a:pt x="1616424" y="171978"/>
                  <a:pt x="1614976" y="178652"/>
                </a:cubicBezTo>
                <a:lnTo>
                  <a:pt x="1553959" y="176487"/>
                </a:lnTo>
                <a:cubicBezTo>
                  <a:pt x="1555759" y="163860"/>
                  <a:pt x="1560407" y="152585"/>
                  <a:pt x="1567894" y="142663"/>
                </a:cubicBezTo>
                <a:cubicBezTo>
                  <a:pt x="1575466" y="132651"/>
                  <a:pt x="1585839" y="124804"/>
                  <a:pt x="1599012" y="119121"/>
                </a:cubicBezTo>
                <a:cubicBezTo>
                  <a:pt x="1612271" y="113349"/>
                  <a:pt x="1628187" y="110462"/>
                  <a:pt x="1646770" y="110462"/>
                </a:cubicBezTo>
                <a:close/>
                <a:moveTo>
                  <a:pt x="1457699" y="110462"/>
                </a:moveTo>
                <a:cubicBezTo>
                  <a:pt x="1472130" y="110462"/>
                  <a:pt x="1485617" y="114251"/>
                  <a:pt x="1498152" y="121827"/>
                </a:cubicBezTo>
                <a:cubicBezTo>
                  <a:pt x="1510782" y="129404"/>
                  <a:pt x="1520974" y="141085"/>
                  <a:pt x="1528727" y="156870"/>
                </a:cubicBezTo>
                <a:cubicBezTo>
                  <a:pt x="1536490" y="172654"/>
                  <a:pt x="1540367" y="192768"/>
                  <a:pt x="1540367" y="217212"/>
                </a:cubicBezTo>
                <a:cubicBezTo>
                  <a:pt x="1540367" y="240754"/>
                  <a:pt x="1536623" y="260463"/>
                  <a:pt x="1529137" y="276338"/>
                </a:cubicBezTo>
                <a:cubicBezTo>
                  <a:pt x="1521745" y="292213"/>
                  <a:pt x="1511725" y="304119"/>
                  <a:pt x="1499104" y="312057"/>
                </a:cubicBezTo>
                <a:cubicBezTo>
                  <a:pt x="1486560" y="319994"/>
                  <a:pt x="1472625" y="323963"/>
                  <a:pt x="1457290" y="323963"/>
                </a:cubicBezTo>
                <a:cubicBezTo>
                  <a:pt x="1446831" y="323963"/>
                  <a:pt x="1437763" y="322249"/>
                  <a:pt x="1430096" y="318821"/>
                </a:cubicBezTo>
                <a:cubicBezTo>
                  <a:pt x="1422428" y="315394"/>
                  <a:pt x="1415980" y="310884"/>
                  <a:pt x="1410750" y="305292"/>
                </a:cubicBezTo>
                <a:cubicBezTo>
                  <a:pt x="1405607" y="299700"/>
                  <a:pt x="1401644" y="293701"/>
                  <a:pt x="1398844" y="287297"/>
                </a:cubicBezTo>
                <a:lnTo>
                  <a:pt x="1397492" y="287297"/>
                </a:lnTo>
                <a:lnTo>
                  <a:pt x="1397492" y="398918"/>
                </a:lnTo>
                <a:lnTo>
                  <a:pt x="1331331" y="398918"/>
                </a:lnTo>
                <a:lnTo>
                  <a:pt x="1331331" y="113168"/>
                </a:lnTo>
                <a:lnTo>
                  <a:pt x="1396815" y="113168"/>
                </a:lnTo>
                <a:lnTo>
                  <a:pt x="1396815" y="148751"/>
                </a:lnTo>
                <a:lnTo>
                  <a:pt x="1398844" y="148751"/>
                </a:lnTo>
                <a:cubicBezTo>
                  <a:pt x="1401549" y="142437"/>
                  <a:pt x="1405388" y="136349"/>
                  <a:pt x="1410350" y="130486"/>
                </a:cubicBezTo>
                <a:cubicBezTo>
                  <a:pt x="1415399" y="124624"/>
                  <a:pt x="1421800" y="119843"/>
                  <a:pt x="1429562" y="116145"/>
                </a:cubicBezTo>
                <a:cubicBezTo>
                  <a:pt x="1437401" y="112356"/>
                  <a:pt x="1446783" y="110462"/>
                  <a:pt x="1457699" y="110462"/>
                </a:cubicBezTo>
                <a:close/>
                <a:moveTo>
                  <a:pt x="1121591" y="110462"/>
                </a:moveTo>
                <a:cubicBezTo>
                  <a:pt x="1136021" y="110462"/>
                  <a:pt x="1148384" y="114160"/>
                  <a:pt x="1158662" y="121557"/>
                </a:cubicBezTo>
                <a:cubicBezTo>
                  <a:pt x="1168949" y="128953"/>
                  <a:pt x="1175483" y="138875"/>
                  <a:pt x="1178283" y="151322"/>
                </a:cubicBezTo>
                <a:lnTo>
                  <a:pt x="1180445" y="151322"/>
                </a:lnTo>
                <a:cubicBezTo>
                  <a:pt x="1184322" y="138965"/>
                  <a:pt x="1191904" y="129088"/>
                  <a:pt x="1203182" y="121692"/>
                </a:cubicBezTo>
                <a:cubicBezTo>
                  <a:pt x="1214450" y="114205"/>
                  <a:pt x="1227756" y="110462"/>
                  <a:pt x="1243091" y="110462"/>
                </a:cubicBezTo>
                <a:cubicBezTo>
                  <a:pt x="1262751" y="110462"/>
                  <a:pt x="1278715" y="116776"/>
                  <a:pt x="1290983" y="129404"/>
                </a:cubicBezTo>
                <a:cubicBezTo>
                  <a:pt x="1303251" y="141942"/>
                  <a:pt x="1309385" y="159170"/>
                  <a:pt x="1309385" y="181088"/>
                </a:cubicBezTo>
                <a:lnTo>
                  <a:pt x="1309385" y="320986"/>
                </a:lnTo>
                <a:lnTo>
                  <a:pt x="1243225" y="320986"/>
                </a:lnTo>
                <a:lnTo>
                  <a:pt x="1243225" y="196241"/>
                </a:lnTo>
                <a:cubicBezTo>
                  <a:pt x="1243225" y="185868"/>
                  <a:pt x="1240567" y="177976"/>
                  <a:pt x="1235243" y="172564"/>
                </a:cubicBezTo>
                <a:cubicBezTo>
                  <a:pt x="1229918" y="167062"/>
                  <a:pt x="1223022" y="164311"/>
                  <a:pt x="1214545" y="164311"/>
                </a:cubicBezTo>
                <a:cubicBezTo>
                  <a:pt x="1205430" y="164311"/>
                  <a:pt x="1198257" y="167287"/>
                  <a:pt x="1193028" y="173240"/>
                </a:cubicBezTo>
                <a:cubicBezTo>
                  <a:pt x="1187885" y="179104"/>
                  <a:pt x="1185322" y="186996"/>
                  <a:pt x="1185322" y="196917"/>
                </a:cubicBezTo>
                <a:lnTo>
                  <a:pt x="1185322" y="320986"/>
                </a:lnTo>
                <a:lnTo>
                  <a:pt x="1121724" y="320986"/>
                </a:lnTo>
                <a:lnTo>
                  <a:pt x="1121724" y="195565"/>
                </a:lnTo>
                <a:cubicBezTo>
                  <a:pt x="1121724" y="185913"/>
                  <a:pt x="1119114" y="178291"/>
                  <a:pt x="1113885" y="172699"/>
                </a:cubicBezTo>
                <a:cubicBezTo>
                  <a:pt x="1108646" y="167107"/>
                  <a:pt x="1101750" y="164311"/>
                  <a:pt x="1093177" y="164311"/>
                </a:cubicBezTo>
                <a:cubicBezTo>
                  <a:pt x="1087405" y="164311"/>
                  <a:pt x="1082309" y="165709"/>
                  <a:pt x="1077890" y="168505"/>
                </a:cubicBezTo>
                <a:cubicBezTo>
                  <a:pt x="1073470" y="171211"/>
                  <a:pt x="1069994" y="175090"/>
                  <a:pt x="1067469" y="180141"/>
                </a:cubicBezTo>
                <a:cubicBezTo>
                  <a:pt x="1065041" y="185192"/>
                  <a:pt x="1063821" y="191145"/>
                  <a:pt x="1063821" y="198000"/>
                </a:cubicBezTo>
                <a:lnTo>
                  <a:pt x="1063821" y="320986"/>
                </a:lnTo>
                <a:lnTo>
                  <a:pt x="997661" y="320986"/>
                </a:lnTo>
                <a:lnTo>
                  <a:pt x="997661" y="113168"/>
                </a:lnTo>
                <a:lnTo>
                  <a:pt x="1060573" y="113168"/>
                </a:lnTo>
                <a:lnTo>
                  <a:pt x="1060573" y="151322"/>
                </a:lnTo>
                <a:lnTo>
                  <a:pt x="1062869" y="151322"/>
                </a:lnTo>
                <a:cubicBezTo>
                  <a:pt x="1067203" y="138694"/>
                  <a:pt x="1074508" y="128727"/>
                  <a:pt x="1084795" y="121421"/>
                </a:cubicBezTo>
                <a:cubicBezTo>
                  <a:pt x="1095073" y="114115"/>
                  <a:pt x="1107341" y="110462"/>
                  <a:pt x="1121591" y="110462"/>
                </a:cubicBezTo>
                <a:close/>
                <a:moveTo>
                  <a:pt x="877825" y="110462"/>
                </a:moveTo>
                <a:cubicBezTo>
                  <a:pt x="899653" y="110462"/>
                  <a:pt x="918370" y="114972"/>
                  <a:pt x="933977" y="123992"/>
                </a:cubicBezTo>
                <a:cubicBezTo>
                  <a:pt x="949664" y="132922"/>
                  <a:pt x="961713" y="145460"/>
                  <a:pt x="970095" y="161604"/>
                </a:cubicBezTo>
                <a:cubicBezTo>
                  <a:pt x="978573" y="177661"/>
                  <a:pt x="982821" y="196376"/>
                  <a:pt x="982821" y="217753"/>
                </a:cubicBezTo>
                <a:cubicBezTo>
                  <a:pt x="982821" y="239041"/>
                  <a:pt x="978573" y="257756"/>
                  <a:pt x="970095" y="273902"/>
                </a:cubicBezTo>
                <a:cubicBezTo>
                  <a:pt x="961713" y="289958"/>
                  <a:pt x="949664" y="302495"/>
                  <a:pt x="933977" y="311516"/>
                </a:cubicBezTo>
                <a:cubicBezTo>
                  <a:pt x="918370" y="320445"/>
                  <a:pt x="899653" y="324910"/>
                  <a:pt x="877825" y="324910"/>
                </a:cubicBezTo>
                <a:cubicBezTo>
                  <a:pt x="855997" y="324910"/>
                  <a:pt x="837236" y="320445"/>
                  <a:pt x="821541" y="311516"/>
                </a:cubicBezTo>
                <a:cubicBezTo>
                  <a:pt x="805937" y="302495"/>
                  <a:pt x="793895" y="289958"/>
                  <a:pt x="785416" y="273902"/>
                </a:cubicBezTo>
                <a:cubicBezTo>
                  <a:pt x="777027" y="257756"/>
                  <a:pt x="772834" y="239041"/>
                  <a:pt x="772834" y="217753"/>
                </a:cubicBezTo>
                <a:cubicBezTo>
                  <a:pt x="772834" y="196376"/>
                  <a:pt x="777027" y="177661"/>
                  <a:pt x="785416" y="161604"/>
                </a:cubicBezTo>
                <a:cubicBezTo>
                  <a:pt x="793895" y="145460"/>
                  <a:pt x="805937" y="132922"/>
                  <a:pt x="821541" y="123992"/>
                </a:cubicBezTo>
                <a:cubicBezTo>
                  <a:pt x="837236" y="114972"/>
                  <a:pt x="855997" y="110462"/>
                  <a:pt x="877825" y="110462"/>
                </a:cubicBezTo>
                <a:close/>
                <a:moveTo>
                  <a:pt x="638422" y="40107"/>
                </a:moveTo>
                <a:cubicBezTo>
                  <a:pt x="655199" y="40107"/>
                  <a:pt x="670713" y="42452"/>
                  <a:pt x="684964" y="47143"/>
                </a:cubicBezTo>
                <a:cubicBezTo>
                  <a:pt x="699216" y="51743"/>
                  <a:pt x="711754" y="58508"/>
                  <a:pt x="722577" y="67437"/>
                </a:cubicBezTo>
                <a:cubicBezTo>
                  <a:pt x="733401" y="76277"/>
                  <a:pt x="742195" y="87146"/>
                  <a:pt x="748960" y="100044"/>
                </a:cubicBezTo>
                <a:cubicBezTo>
                  <a:pt x="755725" y="112942"/>
                  <a:pt x="759920" y="127690"/>
                  <a:pt x="761543" y="144287"/>
                </a:cubicBezTo>
                <a:lnTo>
                  <a:pt x="693894" y="144287"/>
                </a:lnTo>
                <a:cubicBezTo>
                  <a:pt x="692992" y="137341"/>
                  <a:pt x="691142" y="131073"/>
                  <a:pt x="688347" y="125480"/>
                </a:cubicBezTo>
                <a:cubicBezTo>
                  <a:pt x="685550" y="119888"/>
                  <a:pt x="681853" y="115107"/>
                  <a:pt x="677252" y="111139"/>
                </a:cubicBezTo>
                <a:cubicBezTo>
                  <a:pt x="672652" y="107170"/>
                  <a:pt x="667195" y="104148"/>
                  <a:pt x="660881" y="102073"/>
                </a:cubicBezTo>
                <a:cubicBezTo>
                  <a:pt x="654657" y="99909"/>
                  <a:pt x="647757" y="98826"/>
                  <a:pt x="640181" y="98826"/>
                </a:cubicBezTo>
                <a:cubicBezTo>
                  <a:pt x="626741" y="98826"/>
                  <a:pt x="615150" y="102119"/>
                  <a:pt x="605409" y="108704"/>
                </a:cubicBezTo>
                <a:cubicBezTo>
                  <a:pt x="595757" y="115288"/>
                  <a:pt x="588316" y="124804"/>
                  <a:pt x="583084" y="137251"/>
                </a:cubicBezTo>
                <a:cubicBezTo>
                  <a:pt x="577943" y="149698"/>
                  <a:pt x="575373" y="164762"/>
                  <a:pt x="575373" y="182440"/>
                </a:cubicBezTo>
                <a:cubicBezTo>
                  <a:pt x="575373" y="200842"/>
                  <a:pt x="577988" y="216266"/>
                  <a:pt x="583219" y="228713"/>
                </a:cubicBezTo>
                <a:cubicBezTo>
                  <a:pt x="588542" y="241070"/>
                  <a:pt x="595983" y="250406"/>
                  <a:pt x="605544" y="256719"/>
                </a:cubicBezTo>
                <a:cubicBezTo>
                  <a:pt x="615196" y="262943"/>
                  <a:pt x="626606" y="266056"/>
                  <a:pt x="639774" y="266056"/>
                </a:cubicBezTo>
                <a:cubicBezTo>
                  <a:pt x="647171" y="266056"/>
                  <a:pt x="653891" y="265108"/>
                  <a:pt x="659934" y="263214"/>
                </a:cubicBezTo>
                <a:cubicBezTo>
                  <a:pt x="666068" y="261320"/>
                  <a:pt x="671434" y="258569"/>
                  <a:pt x="676035" y="254961"/>
                </a:cubicBezTo>
                <a:cubicBezTo>
                  <a:pt x="680725" y="251262"/>
                  <a:pt x="684559" y="246798"/>
                  <a:pt x="687535" y="241566"/>
                </a:cubicBezTo>
                <a:cubicBezTo>
                  <a:pt x="690601" y="236244"/>
                  <a:pt x="692722" y="230246"/>
                  <a:pt x="693894" y="223571"/>
                </a:cubicBezTo>
                <a:lnTo>
                  <a:pt x="761543" y="223977"/>
                </a:lnTo>
                <a:cubicBezTo>
                  <a:pt x="760370" y="236244"/>
                  <a:pt x="756808" y="248332"/>
                  <a:pt x="750855" y="260238"/>
                </a:cubicBezTo>
                <a:cubicBezTo>
                  <a:pt x="744991" y="272144"/>
                  <a:pt x="736919" y="283013"/>
                  <a:pt x="726636" y="292845"/>
                </a:cubicBezTo>
                <a:cubicBezTo>
                  <a:pt x="716353" y="302586"/>
                  <a:pt x="703815" y="310343"/>
                  <a:pt x="689023" y="316115"/>
                </a:cubicBezTo>
                <a:cubicBezTo>
                  <a:pt x="674320" y="321888"/>
                  <a:pt x="657453" y="324774"/>
                  <a:pt x="638422" y="324774"/>
                </a:cubicBezTo>
                <a:cubicBezTo>
                  <a:pt x="613346" y="324774"/>
                  <a:pt x="590887" y="319273"/>
                  <a:pt x="571043" y="308269"/>
                </a:cubicBezTo>
                <a:cubicBezTo>
                  <a:pt x="551290" y="297174"/>
                  <a:pt x="535685" y="281028"/>
                  <a:pt x="524230" y="259831"/>
                </a:cubicBezTo>
                <a:cubicBezTo>
                  <a:pt x="512774" y="238635"/>
                  <a:pt x="507047" y="212838"/>
                  <a:pt x="507047" y="182440"/>
                </a:cubicBezTo>
                <a:cubicBezTo>
                  <a:pt x="507047" y="151954"/>
                  <a:pt x="512865" y="126111"/>
                  <a:pt x="524501" y="104915"/>
                </a:cubicBezTo>
                <a:cubicBezTo>
                  <a:pt x="536136" y="83719"/>
                  <a:pt x="551875" y="67617"/>
                  <a:pt x="571720" y="56613"/>
                </a:cubicBezTo>
                <a:cubicBezTo>
                  <a:pt x="591563" y="45609"/>
                  <a:pt x="613798" y="40107"/>
                  <a:pt x="638422" y="40107"/>
                </a:cubicBezTo>
                <a:close/>
                <a:moveTo>
                  <a:pt x="173334" y="388"/>
                </a:moveTo>
                <a:cubicBezTo>
                  <a:pt x="186670" y="2248"/>
                  <a:pt x="197402" y="11984"/>
                  <a:pt x="203201" y="23874"/>
                </a:cubicBezTo>
                <a:cubicBezTo>
                  <a:pt x="214933" y="47918"/>
                  <a:pt x="211403" y="79576"/>
                  <a:pt x="207884" y="106674"/>
                </a:cubicBezTo>
                <a:cubicBezTo>
                  <a:pt x="204763" y="130701"/>
                  <a:pt x="203452" y="154195"/>
                  <a:pt x="205931" y="178674"/>
                </a:cubicBezTo>
                <a:cubicBezTo>
                  <a:pt x="221741" y="163892"/>
                  <a:pt x="234810" y="148167"/>
                  <a:pt x="245788" y="130013"/>
                </a:cubicBezTo>
                <a:cubicBezTo>
                  <a:pt x="255305" y="114275"/>
                  <a:pt x="264514" y="99287"/>
                  <a:pt x="275688" y="84730"/>
                </a:cubicBezTo>
                <a:cubicBezTo>
                  <a:pt x="295615" y="58793"/>
                  <a:pt x="331178" y="44782"/>
                  <a:pt x="354140" y="66519"/>
                </a:cubicBezTo>
                <a:cubicBezTo>
                  <a:pt x="366138" y="77877"/>
                  <a:pt x="368405" y="94413"/>
                  <a:pt x="361481" y="109150"/>
                </a:cubicBezTo>
                <a:cubicBezTo>
                  <a:pt x="356496" y="119751"/>
                  <a:pt x="348431" y="127338"/>
                  <a:pt x="338417" y="133682"/>
                </a:cubicBezTo>
                <a:cubicBezTo>
                  <a:pt x="299555" y="158314"/>
                  <a:pt x="257847" y="168744"/>
                  <a:pt x="219060" y="194763"/>
                </a:cubicBezTo>
                <a:cubicBezTo>
                  <a:pt x="262060" y="207233"/>
                  <a:pt x="302501" y="197602"/>
                  <a:pt x="346051" y="205287"/>
                </a:cubicBezTo>
                <a:cubicBezTo>
                  <a:pt x="359029" y="207580"/>
                  <a:pt x="370824" y="211988"/>
                  <a:pt x="380609" y="220765"/>
                </a:cubicBezTo>
                <a:cubicBezTo>
                  <a:pt x="390125" y="229305"/>
                  <a:pt x="396469" y="241297"/>
                  <a:pt x="394527" y="254303"/>
                </a:cubicBezTo>
                <a:cubicBezTo>
                  <a:pt x="391541" y="274329"/>
                  <a:pt x="373826" y="287861"/>
                  <a:pt x="353821" y="287105"/>
                </a:cubicBezTo>
                <a:cubicBezTo>
                  <a:pt x="338567" y="286536"/>
                  <a:pt x="324021" y="283032"/>
                  <a:pt x="311392" y="274570"/>
                </a:cubicBezTo>
                <a:lnTo>
                  <a:pt x="277726" y="252008"/>
                </a:lnTo>
                <a:cubicBezTo>
                  <a:pt x="257760" y="236529"/>
                  <a:pt x="236851" y="223551"/>
                  <a:pt x="212863" y="213786"/>
                </a:cubicBezTo>
                <a:cubicBezTo>
                  <a:pt x="218022" y="235690"/>
                  <a:pt x="226890" y="254326"/>
                  <a:pt x="237229" y="273082"/>
                </a:cubicBezTo>
                <a:cubicBezTo>
                  <a:pt x="248840" y="294146"/>
                  <a:pt x="268664" y="330703"/>
                  <a:pt x="269581" y="351281"/>
                </a:cubicBezTo>
                <a:cubicBezTo>
                  <a:pt x="270328" y="368047"/>
                  <a:pt x="262802" y="386479"/>
                  <a:pt x="246106" y="393988"/>
                </a:cubicBezTo>
                <a:lnTo>
                  <a:pt x="246123" y="394009"/>
                </a:lnTo>
                <a:cubicBezTo>
                  <a:pt x="229900" y="401309"/>
                  <a:pt x="210298" y="395495"/>
                  <a:pt x="198604" y="383786"/>
                </a:cubicBezTo>
                <a:cubicBezTo>
                  <a:pt x="184847" y="370016"/>
                  <a:pt x="184037" y="333452"/>
                  <a:pt x="186930" y="312064"/>
                </a:cubicBezTo>
                <a:lnTo>
                  <a:pt x="191644" y="277111"/>
                </a:lnTo>
                <a:cubicBezTo>
                  <a:pt x="194287" y="257526"/>
                  <a:pt x="194809" y="238559"/>
                  <a:pt x="191992" y="218052"/>
                </a:cubicBezTo>
                <a:cubicBezTo>
                  <a:pt x="173570" y="235277"/>
                  <a:pt x="158986" y="253976"/>
                  <a:pt x="146020" y="274836"/>
                </a:cubicBezTo>
                <a:cubicBezTo>
                  <a:pt x="136006" y="290953"/>
                  <a:pt x="126016" y="306071"/>
                  <a:pt x="113756" y="320504"/>
                </a:cubicBezTo>
                <a:cubicBezTo>
                  <a:pt x="107152" y="328281"/>
                  <a:pt x="99665" y="334654"/>
                  <a:pt x="90341" y="338935"/>
                </a:cubicBezTo>
                <a:cubicBezTo>
                  <a:pt x="74347" y="346272"/>
                  <a:pt x="55558" y="343990"/>
                  <a:pt x="42703" y="332486"/>
                </a:cubicBezTo>
                <a:cubicBezTo>
                  <a:pt x="32867" y="323684"/>
                  <a:pt x="29361" y="311880"/>
                  <a:pt x="32856" y="299410"/>
                </a:cubicBezTo>
                <a:cubicBezTo>
                  <a:pt x="35788" y="288932"/>
                  <a:pt x="40995" y="279759"/>
                  <a:pt x="48816" y="271999"/>
                </a:cubicBezTo>
                <a:cubicBezTo>
                  <a:pt x="56637" y="264238"/>
                  <a:pt x="64390" y="258269"/>
                  <a:pt x="74047" y="253899"/>
                </a:cubicBezTo>
                <a:lnTo>
                  <a:pt x="112286" y="236591"/>
                </a:lnTo>
                <a:cubicBezTo>
                  <a:pt x="134459" y="226552"/>
                  <a:pt x="156171" y="217129"/>
                  <a:pt x="177023" y="203107"/>
                </a:cubicBezTo>
                <a:cubicBezTo>
                  <a:pt x="130757" y="189762"/>
                  <a:pt x="75788" y="200667"/>
                  <a:pt x="34342" y="189387"/>
                </a:cubicBezTo>
                <a:cubicBezTo>
                  <a:pt x="19195" y="185266"/>
                  <a:pt x="7530" y="173937"/>
                  <a:pt x="2195" y="160436"/>
                </a:cubicBezTo>
                <a:cubicBezTo>
                  <a:pt x="-6235" y="139108"/>
                  <a:pt x="10629" y="114031"/>
                  <a:pt x="35442" y="111700"/>
                </a:cubicBezTo>
                <a:cubicBezTo>
                  <a:pt x="71031" y="108367"/>
                  <a:pt x="99045" y="131096"/>
                  <a:pt x="126906" y="151097"/>
                </a:cubicBezTo>
                <a:cubicBezTo>
                  <a:pt x="144936" y="164035"/>
                  <a:pt x="163360" y="175189"/>
                  <a:pt x="185089" y="182501"/>
                </a:cubicBezTo>
                <a:cubicBezTo>
                  <a:pt x="179560" y="160787"/>
                  <a:pt x="171367" y="142135"/>
                  <a:pt x="160623" y="123937"/>
                </a:cubicBezTo>
                <a:cubicBezTo>
                  <a:pt x="151216" y="108014"/>
                  <a:pt x="142020" y="92867"/>
                  <a:pt x="134370" y="76024"/>
                </a:cubicBezTo>
                <a:cubicBezTo>
                  <a:pt x="128924" y="64030"/>
                  <a:pt x="126206" y="51838"/>
                  <a:pt x="127306" y="38705"/>
                </a:cubicBezTo>
                <a:cubicBezTo>
                  <a:pt x="129270" y="15210"/>
                  <a:pt x="149618" y="-2908"/>
                  <a:pt x="173334" y="388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2BCCBC36-09FE-D7B4-0739-34ACBAC31409}"/>
              </a:ext>
            </a:extLst>
          </p:cNvPr>
          <p:cNvSpPr>
            <a:spLocks noChangeAspect="1"/>
          </p:cNvSpPr>
          <p:nvPr/>
        </p:nvSpPr>
        <p:spPr>
          <a:xfrm>
            <a:off x="900078" y="5108362"/>
            <a:ext cx="1798975" cy="329685"/>
          </a:xfrm>
          <a:custGeom>
            <a:avLst/>
            <a:gdLst>
              <a:gd name="csX0" fmla="*/ 1673155 w 2176760"/>
              <a:gd name="csY0" fmla="*/ 227360 h 398918"/>
              <a:gd name="csX1" fmla="*/ 1666259 w 2176760"/>
              <a:gd name="csY1" fmla="*/ 230065 h 398918"/>
              <a:gd name="csX2" fmla="*/ 1657600 w 2176760"/>
              <a:gd name="csY2" fmla="*/ 232366 h 398918"/>
              <a:gd name="csX3" fmla="*/ 1647856 w 2176760"/>
              <a:gd name="csY3" fmla="*/ 234260 h 398918"/>
              <a:gd name="csX4" fmla="*/ 1638246 w 2176760"/>
              <a:gd name="csY4" fmla="*/ 235748 h 398918"/>
              <a:gd name="csX5" fmla="*/ 1622282 w 2176760"/>
              <a:gd name="csY5" fmla="*/ 240349 h 398918"/>
              <a:gd name="csX6" fmla="*/ 1612271 w 2176760"/>
              <a:gd name="csY6" fmla="*/ 248467 h 398918"/>
              <a:gd name="csX7" fmla="*/ 1608890 w 2176760"/>
              <a:gd name="csY7" fmla="*/ 260103 h 398918"/>
              <a:gd name="csX8" fmla="*/ 1616195 w 2176760"/>
              <a:gd name="csY8" fmla="*/ 275797 h 398918"/>
              <a:gd name="csX9" fmla="*/ 1634998 w 2176760"/>
              <a:gd name="csY9" fmla="*/ 281209 h 398918"/>
              <a:gd name="csX10" fmla="*/ 1654209 w 2176760"/>
              <a:gd name="csY10" fmla="*/ 276879 h 398918"/>
              <a:gd name="csX11" fmla="*/ 1668011 w 2176760"/>
              <a:gd name="csY11" fmla="*/ 264973 h 398918"/>
              <a:gd name="csX12" fmla="*/ 1673155 w 2176760"/>
              <a:gd name="csY12" fmla="*/ 247113 h 398918"/>
              <a:gd name="csX13" fmla="*/ 1434430 w 2176760"/>
              <a:gd name="csY13" fmla="*/ 162146 h 398918"/>
              <a:gd name="csX14" fmla="*/ 1413732 w 2176760"/>
              <a:gd name="csY14" fmla="*/ 168776 h 398918"/>
              <a:gd name="csX15" fmla="*/ 1400606 w 2176760"/>
              <a:gd name="csY15" fmla="*/ 187717 h 398918"/>
              <a:gd name="csX16" fmla="*/ 1396139 w 2176760"/>
              <a:gd name="csY16" fmla="*/ 217077 h 398918"/>
              <a:gd name="csX17" fmla="*/ 1400606 w 2176760"/>
              <a:gd name="csY17" fmla="*/ 246302 h 398918"/>
              <a:gd name="csX18" fmla="*/ 1413732 w 2176760"/>
              <a:gd name="csY18" fmla="*/ 265649 h 398918"/>
              <a:gd name="csX19" fmla="*/ 1434430 w 2176760"/>
              <a:gd name="csY19" fmla="*/ 272415 h 398918"/>
              <a:gd name="csX20" fmla="*/ 1455127 w 2176760"/>
              <a:gd name="csY20" fmla="*/ 265649 h 398918"/>
              <a:gd name="csX21" fmla="*/ 1467986 w 2176760"/>
              <a:gd name="csY21" fmla="*/ 246302 h 398918"/>
              <a:gd name="csX22" fmla="*/ 1472444 w 2176760"/>
              <a:gd name="csY22" fmla="*/ 217077 h 398918"/>
              <a:gd name="csX23" fmla="*/ 1467986 w 2176760"/>
              <a:gd name="csY23" fmla="*/ 187988 h 398918"/>
              <a:gd name="csX24" fmla="*/ 1455127 w 2176760"/>
              <a:gd name="csY24" fmla="*/ 168911 h 398918"/>
              <a:gd name="csX25" fmla="*/ 1434430 w 2176760"/>
              <a:gd name="csY25" fmla="*/ 162146 h 398918"/>
              <a:gd name="csX26" fmla="*/ 878231 w 2176760"/>
              <a:gd name="csY26" fmla="*/ 159440 h 398918"/>
              <a:gd name="csX27" fmla="*/ 857395 w 2176760"/>
              <a:gd name="csY27" fmla="*/ 166746 h 398918"/>
              <a:gd name="csX28" fmla="*/ 844542 w 2176760"/>
              <a:gd name="csY28" fmla="*/ 187041 h 398918"/>
              <a:gd name="csX29" fmla="*/ 840212 w 2176760"/>
              <a:gd name="csY29" fmla="*/ 217348 h 398918"/>
              <a:gd name="csX30" fmla="*/ 844542 w 2176760"/>
              <a:gd name="csY30" fmla="*/ 247384 h 398918"/>
              <a:gd name="csX31" fmla="*/ 857395 w 2176760"/>
              <a:gd name="csY31" fmla="*/ 267679 h 398918"/>
              <a:gd name="csX32" fmla="*/ 878231 w 2176760"/>
              <a:gd name="csY32" fmla="*/ 274985 h 398918"/>
              <a:gd name="csX33" fmla="*/ 898390 w 2176760"/>
              <a:gd name="csY33" fmla="*/ 267679 h 398918"/>
              <a:gd name="csX34" fmla="*/ 910973 w 2176760"/>
              <a:gd name="csY34" fmla="*/ 247384 h 398918"/>
              <a:gd name="csX35" fmla="*/ 915438 w 2176760"/>
              <a:gd name="csY35" fmla="*/ 217348 h 398918"/>
              <a:gd name="csX36" fmla="*/ 910973 w 2176760"/>
              <a:gd name="csY36" fmla="*/ 187041 h 398918"/>
              <a:gd name="csX37" fmla="*/ 898390 w 2176760"/>
              <a:gd name="csY37" fmla="*/ 166746 h 398918"/>
              <a:gd name="csX38" fmla="*/ 878231 w 2176760"/>
              <a:gd name="csY38" fmla="*/ 159440 h 398918"/>
              <a:gd name="csX39" fmla="*/ 1958524 w 2176760"/>
              <a:gd name="csY39" fmla="*/ 113168 h 398918"/>
              <a:gd name="csX40" fmla="*/ 2027789 w 2176760"/>
              <a:gd name="csY40" fmla="*/ 113168 h 398918"/>
              <a:gd name="csX41" fmla="*/ 2066080 w 2176760"/>
              <a:gd name="csY41" fmla="*/ 261455 h 398918"/>
              <a:gd name="csX42" fmla="*/ 2068252 w 2176760"/>
              <a:gd name="csY42" fmla="*/ 261455 h 398918"/>
              <a:gd name="csX43" fmla="*/ 2107076 w 2176760"/>
              <a:gd name="csY43" fmla="*/ 113168 h 398918"/>
              <a:gd name="csX44" fmla="*/ 2176760 w 2176760"/>
              <a:gd name="csY44" fmla="*/ 113168 h 398918"/>
              <a:gd name="csX45" fmla="*/ 2098417 w 2176760"/>
              <a:gd name="csY45" fmla="*/ 340875 h 398918"/>
              <a:gd name="csX46" fmla="*/ 2082320 w 2176760"/>
              <a:gd name="csY46" fmla="*/ 370912 h 398918"/>
              <a:gd name="csX47" fmla="*/ 2055669 w 2176760"/>
              <a:gd name="csY47" fmla="*/ 391477 h 398918"/>
              <a:gd name="csX48" fmla="*/ 2015617 w 2176760"/>
              <a:gd name="csY48" fmla="*/ 398918 h 398918"/>
              <a:gd name="csX49" fmla="*/ 1993157 w 2176760"/>
              <a:gd name="csY49" fmla="*/ 397024 h 398918"/>
              <a:gd name="csX50" fmla="*/ 1975030 w 2176760"/>
              <a:gd name="csY50" fmla="*/ 392289 h 398918"/>
              <a:gd name="csX51" fmla="*/ 1989642 w 2176760"/>
              <a:gd name="csY51" fmla="*/ 344258 h 398918"/>
              <a:gd name="csX52" fmla="*/ 2007225 w 2176760"/>
              <a:gd name="csY52" fmla="*/ 348046 h 398918"/>
              <a:gd name="csX53" fmla="*/ 2020893 w 2176760"/>
              <a:gd name="csY53" fmla="*/ 345475 h 398918"/>
              <a:gd name="csX54" fmla="*/ 2029818 w 2176760"/>
              <a:gd name="csY54" fmla="*/ 334787 h 398918"/>
              <a:gd name="csX55" fmla="*/ 2032390 w 2176760"/>
              <a:gd name="csY55" fmla="*/ 328563 h 398918"/>
              <a:gd name="csX56" fmla="*/ 1888582 w 2176760"/>
              <a:gd name="csY56" fmla="*/ 110462 h 398918"/>
              <a:gd name="csX57" fmla="*/ 1926596 w 2176760"/>
              <a:gd name="csY57" fmla="*/ 120339 h 398918"/>
              <a:gd name="csX58" fmla="*/ 1951761 w 2176760"/>
              <a:gd name="csY58" fmla="*/ 147669 h 398918"/>
              <a:gd name="csX59" fmla="*/ 1960695 w 2176760"/>
              <a:gd name="csY59" fmla="*/ 188530 h 398918"/>
              <a:gd name="csX60" fmla="*/ 1960695 w 2176760"/>
              <a:gd name="csY60" fmla="*/ 320986 h 398918"/>
              <a:gd name="csX61" fmla="*/ 1894535 w 2176760"/>
              <a:gd name="csY61" fmla="*/ 320986 h 398918"/>
              <a:gd name="csX62" fmla="*/ 1894535 w 2176760"/>
              <a:gd name="csY62" fmla="*/ 201518 h 398918"/>
              <a:gd name="csX63" fmla="*/ 1885734 w 2176760"/>
              <a:gd name="csY63" fmla="*/ 174458 h 398918"/>
              <a:gd name="csX64" fmla="*/ 1861245 w 2176760"/>
              <a:gd name="csY64" fmla="*/ 164717 h 398918"/>
              <a:gd name="csX65" fmla="*/ 1842843 w 2176760"/>
              <a:gd name="csY65" fmla="*/ 169317 h 398918"/>
              <a:gd name="csX66" fmla="*/ 1830670 w 2176760"/>
              <a:gd name="csY66" fmla="*/ 182170 h 398918"/>
              <a:gd name="csX67" fmla="*/ 1826345 w 2176760"/>
              <a:gd name="csY67" fmla="*/ 202465 h 398918"/>
              <a:gd name="csX68" fmla="*/ 1826345 w 2176760"/>
              <a:gd name="csY68" fmla="*/ 320986 h 398918"/>
              <a:gd name="csX69" fmla="*/ 1760175 w 2176760"/>
              <a:gd name="csY69" fmla="*/ 320986 h 398918"/>
              <a:gd name="csX70" fmla="*/ 1760175 w 2176760"/>
              <a:gd name="csY70" fmla="*/ 113168 h 398918"/>
              <a:gd name="csX71" fmla="*/ 1823097 w 2176760"/>
              <a:gd name="csY71" fmla="*/ 113168 h 398918"/>
              <a:gd name="csX72" fmla="*/ 1823097 w 2176760"/>
              <a:gd name="csY72" fmla="*/ 151322 h 398918"/>
              <a:gd name="csX73" fmla="*/ 1825393 w 2176760"/>
              <a:gd name="csY73" fmla="*/ 151322 h 398918"/>
              <a:gd name="csX74" fmla="*/ 1848939 w 2176760"/>
              <a:gd name="csY74" fmla="*/ 121421 h 398918"/>
              <a:gd name="csX75" fmla="*/ 1888582 w 2176760"/>
              <a:gd name="csY75" fmla="*/ 110462 h 398918"/>
              <a:gd name="csX76" fmla="*/ 1646770 w 2176760"/>
              <a:gd name="csY76" fmla="*/ 110462 h 398918"/>
              <a:gd name="csX77" fmla="*/ 1683442 w 2176760"/>
              <a:gd name="csY77" fmla="*/ 115198 h 398918"/>
              <a:gd name="csX78" fmla="*/ 1712664 w 2176760"/>
              <a:gd name="csY78" fmla="*/ 128727 h 398918"/>
              <a:gd name="csX79" fmla="*/ 1731876 w 2176760"/>
              <a:gd name="csY79" fmla="*/ 150375 h 398918"/>
              <a:gd name="csX80" fmla="*/ 1738772 w 2176760"/>
              <a:gd name="csY80" fmla="*/ 179735 h 398918"/>
              <a:gd name="csX81" fmla="*/ 1738772 w 2176760"/>
              <a:gd name="csY81" fmla="*/ 320986 h 398918"/>
              <a:gd name="csX82" fmla="*/ 1676536 w 2176760"/>
              <a:gd name="csY82" fmla="*/ 320986 h 398918"/>
              <a:gd name="csX83" fmla="*/ 1676536 w 2176760"/>
              <a:gd name="csY83" fmla="*/ 292032 h 398918"/>
              <a:gd name="csX84" fmla="*/ 1674917 w 2176760"/>
              <a:gd name="csY84" fmla="*/ 292032 h 398918"/>
              <a:gd name="csX85" fmla="*/ 1660705 w 2176760"/>
              <a:gd name="csY85" fmla="*/ 309892 h 398918"/>
              <a:gd name="csX86" fmla="*/ 1640551 w 2176760"/>
              <a:gd name="csY86" fmla="*/ 320851 h 398918"/>
              <a:gd name="csX87" fmla="*/ 1614576 w 2176760"/>
              <a:gd name="csY87" fmla="*/ 324504 h 398918"/>
              <a:gd name="csX88" fmla="*/ 1579257 w 2176760"/>
              <a:gd name="csY88" fmla="*/ 317875 h 398918"/>
              <a:gd name="csX89" fmla="*/ 1555045 w 2176760"/>
              <a:gd name="csY89" fmla="*/ 297580 h 398918"/>
              <a:gd name="csX90" fmla="*/ 1546244 w 2176760"/>
              <a:gd name="csY90" fmla="*/ 263350 h 398918"/>
              <a:gd name="csX91" fmla="*/ 1552330 w 2176760"/>
              <a:gd name="csY91" fmla="*/ 234125 h 398918"/>
              <a:gd name="csX92" fmla="*/ 1569113 w 2176760"/>
              <a:gd name="csY92" fmla="*/ 214777 h 398918"/>
              <a:gd name="csX93" fmla="*/ 1593735 w 2176760"/>
              <a:gd name="csY93" fmla="*/ 203548 h 398918"/>
              <a:gd name="csX94" fmla="*/ 1623501 w 2176760"/>
              <a:gd name="csY94" fmla="*/ 198271 h 398918"/>
              <a:gd name="csX95" fmla="*/ 1652047 w 2176760"/>
              <a:gd name="csY95" fmla="*/ 194889 h 398918"/>
              <a:gd name="csX96" fmla="*/ 1667745 w 2176760"/>
              <a:gd name="csY96" fmla="*/ 189612 h 398918"/>
              <a:gd name="csX97" fmla="*/ 1672755 w 2176760"/>
              <a:gd name="csY97" fmla="*/ 179735 h 398918"/>
              <a:gd name="csX98" fmla="*/ 1672755 w 2176760"/>
              <a:gd name="csY98" fmla="*/ 179058 h 398918"/>
              <a:gd name="csX99" fmla="*/ 1665582 w 2176760"/>
              <a:gd name="csY99" fmla="*/ 162958 h 398918"/>
              <a:gd name="csX100" fmla="*/ 1646228 w 2176760"/>
              <a:gd name="csY100" fmla="*/ 157275 h 398918"/>
              <a:gd name="csX101" fmla="*/ 1625130 w 2176760"/>
              <a:gd name="csY101" fmla="*/ 162958 h 398918"/>
              <a:gd name="csX102" fmla="*/ 1614976 w 2176760"/>
              <a:gd name="csY102" fmla="*/ 178652 h 398918"/>
              <a:gd name="csX103" fmla="*/ 1553959 w 2176760"/>
              <a:gd name="csY103" fmla="*/ 176487 h 398918"/>
              <a:gd name="csX104" fmla="*/ 1567894 w 2176760"/>
              <a:gd name="csY104" fmla="*/ 142663 h 398918"/>
              <a:gd name="csX105" fmla="*/ 1599012 w 2176760"/>
              <a:gd name="csY105" fmla="*/ 119121 h 398918"/>
              <a:gd name="csX106" fmla="*/ 1646770 w 2176760"/>
              <a:gd name="csY106" fmla="*/ 110462 h 398918"/>
              <a:gd name="csX107" fmla="*/ 1457699 w 2176760"/>
              <a:gd name="csY107" fmla="*/ 110462 h 398918"/>
              <a:gd name="csX108" fmla="*/ 1498152 w 2176760"/>
              <a:gd name="csY108" fmla="*/ 121827 h 398918"/>
              <a:gd name="csX109" fmla="*/ 1528727 w 2176760"/>
              <a:gd name="csY109" fmla="*/ 156870 h 398918"/>
              <a:gd name="csX110" fmla="*/ 1540367 w 2176760"/>
              <a:gd name="csY110" fmla="*/ 217212 h 398918"/>
              <a:gd name="csX111" fmla="*/ 1529137 w 2176760"/>
              <a:gd name="csY111" fmla="*/ 276338 h 398918"/>
              <a:gd name="csX112" fmla="*/ 1499104 w 2176760"/>
              <a:gd name="csY112" fmla="*/ 312057 h 398918"/>
              <a:gd name="csX113" fmla="*/ 1457290 w 2176760"/>
              <a:gd name="csY113" fmla="*/ 323963 h 398918"/>
              <a:gd name="csX114" fmla="*/ 1430096 w 2176760"/>
              <a:gd name="csY114" fmla="*/ 318821 h 398918"/>
              <a:gd name="csX115" fmla="*/ 1410750 w 2176760"/>
              <a:gd name="csY115" fmla="*/ 305292 h 398918"/>
              <a:gd name="csX116" fmla="*/ 1398844 w 2176760"/>
              <a:gd name="csY116" fmla="*/ 287297 h 398918"/>
              <a:gd name="csX117" fmla="*/ 1397492 w 2176760"/>
              <a:gd name="csY117" fmla="*/ 287297 h 398918"/>
              <a:gd name="csX118" fmla="*/ 1397492 w 2176760"/>
              <a:gd name="csY118" fmla="*/ 398918 h 398918"/>
              <a:gd name="csX119" fmla="*/ 1331331 w 2176760"/>
              <a:gd name="csY119" fmla="*/ 398918 h 398918"/>
              <a:gd name="csX120" fmla="*/ 1331331 w 2176760"/>
              <a:gd name="csY120" fmla="*/ 113168 h 398918"/>
              <a:gd name="csX121" fmla="*/ 1396815 w 2176760"/>
              <a:gd name="csY121" fmla="*/ 113168 h 398918"/>
              <a:gd name="csX122" fmla="*/ 1396815 w 2176760"/>
              <a:gd name="csY122" fmla="*/ 148751 h 398918"/>
              <a:gd name="csX123" fmla="*/ 1398844 w 2176760"/>
              <a:gd name="csY123" fmla="*/ 148751 h 398918"/>
              <a:gd name="csX124" fmla="*/ 1410350 w 2176760"/>
              <a:gd name="csY124" fmla="*/ 130486 h 398918"/>
              <a:gd name="csX125" fmla="*/ 1429562 w 2176760"/>
              <a:gd name="csY125" fmla="*/ 116145 h 398918"/>
              <a:gd name="csX126" fmla="*/ 1457699 w 2176760"/>
              <a:gd name="csY126" fmla="*/ 110462 h 398918"/>
              <a:gd name="csX127" fmla="*/ 1121591 w 2176760"/>
              <a:gd name="csY127" fmla="*/ 110462 h 398918"/>
              <a:gd name="csX128" fmla="*/ 1158662 w 2176760"/>
              <a:gd name="csY128" fmla="*/ 121557 h 398918"/>
              <a:gd name="csX129" fmla="*/ 1178283 w 2176760"/>
              <a:gd name="csY129" fmla="*/ 151322 h 398918"/>
              <a:gd name="csX130" fmla="*/ 1180445 w 2176760"/>
              <a:gd name="csY130" fmla="*/ 151322 h 398918"/>
              <a:gd name="csX131" fmla="*/ 1203182 w 2176760"/>
              <a:gd name="csY131" fmla="*/ 121692 h 398918"/>
              <a:gd name="csX132" fmla="*/ 1243091 w 2176760"/>
              <a:gd name="csY132" fmla="*/ 110462 h 398918"/>
              <a:gd name="csX133" fmla="*/ 1290983 w 2176760"/>
              <a:gd name="csY133" fmla="*/ 129404 h 398918"/>
              <a:gd name="csX134" fmla="*/ 1309385 w 2176760"/>
              <a:gd name="csY134" fmla="*/ 181088 h 398918"/>
              <a:gd name="csX135" fmla="*/ 1309385 w 2176760"/>
              <a:gd name="csY135" fmla="*/ 320986 h 398918"/>
              <a:gd name="csX136" fmla="*/ 1243225 w 2176760"/>
              <a:gd name="csY136" fmla="*/ 320986 h 398918"/>
              <a:gd name="csX137" fmla="*/ 1243225 w 2176760"/>
              <a:gd name="csY137" fmla="*/ 196241 h 398918"/>
              <a:gd name="csX138" fmla="*/ 1235243 w 2176760"/>
              <a:gd name="csY138" fmla="*/ 172564 h 398918"/>
              <a:gd name="csX139" fmla="*/ 1214545 w 2176760"/>
              <a:gd name="csY139" fmla="*/ 164311 h 398918"/>
              <a:gd name="csX140" fmla="*/ 1193028 w 2176760"/>
              <a:gd name="csY140" fmla="*/ 173240 h 398918"/>
              <a:gd name="csX141" fmla="*/ 1185322 w 2176760"/>
              <a:gd name="csY141" fmla="*/ 196917 h 398918"/>
              <a:gd name="csX142" fmla="*/ 1185322 w 2176760"/>
              <a:gd name="csY142" fmla="*/ 320986 h 398918"/>
              <a:gd name="csX143" fmla="*/ 1121724 w 2176760"/>
              <a:gd name="csY143" fmla="*/ 320986 h 398918"/>
              <a:gd name="csX144" fmla="*/ 1121724 w 2176760"/>
              <a:gd name="csY144" fmla="*/ 195565 h 398918"/>
              <a:gd name="csX145" fmla="*/ 1113885 w 2176760"/>
              <a:gd name="csY145" fmla="*/ 172699 h 398918"/>
              <a:gd name="csX146" fmla="*/ 1093177 w 2176760"/>
              <a:gd name="csY146" fmla="*/ 164311 h 398918"/>
              <a:gd name="csX147" fmla="*/ 1077890 w 2176760"/>
              <a:gd name="csY147" fmla="*/ 168505 h 398918"/>
              <a:gd name="csX148" fmla="*/ 1067469 w 2176760"/>
              <a:gd name="csY148" fmla="*/ 180141 h 398918"/>
              <a:gd name="csX149" fmla="*/ 1063821 w 2176760"/>
              <a:gd name="csY149" fmla="*/ 198000 h 398918"/>
              <a:gd name="csX150" fmla="*/ 1063821 w 2176760"/>
              <a:gd name="csY150" fmla="*/ 320986 h 398918"/>
              <a:gd name="csX151" fmla="*/ 997661 w 2176760"/>
              <a:gd name="csY151" fmla="*/ 320986 h 398918"/>
              <a:gd name="csX152" fmla="*/ 997661 w 2176760"/>
              <a:gd name="csY152" fmla="*/ 113168 h 398918"/>
              <a:gd name="csX153" fmla="*/ 1060573 w 2176760"/>
              <a:gd name="csY153" fmla="*/ 113168 h 398918"/>
              <a:gd name="csX154" fmla="*/ 1060573 w 2176760"/>
              <a:gd name="csY154" fmla="*/ 151322 h 398918"/>
              <a:gd name="csX155" fmla="*/ 1062869 w 2176760"/>
              <a:gd name="csY155" fmla="*/ 151322 h 398918"/>
              <a:gd name="csX156" fmla="*/ 1084795 w 2176760"/>
              <a:gd name="csY156" fmla="*/ 121421 h 398918"/>
              <a:gd name="csX157" fmla="*/ 1121591 w 2176760"/>
              <a:gd name="csY157" fmla="*/ 110462 h 398918"/>
              <a:gd name="csX158" fmla="*/ 877825 w 2176760"/>
              <a:gd name="csY158" fmla="*/ 110462 h 398918"/>
              <a:gd name="csX159" fmla="*/ 933977 w 2176760"/>
              <a:gd name="csY159" fmla="*/ 123992 h 398918"/>
              <a:gd name="csX160" fmla="*/ 970095 w 2176760"/>
              <a:gd name="csY160" fmla="*/ 161604 h 398918"/>
              <a:gd name="csX161" fmla="*/ 982821 w 2176760"/>
              <a:gd name="csY161" fmla="*/ 217753 h 398918"/>
              <a:gd name="csX162" fmla="*/ 970095 w 2176760"/>
              <a:gd name="csY162" fmla="*/ 273902 h 398918"/>
              <a:gd name="csX163" fmla="*/ 933977 w 2176760"/>
              <a:gd name="csY163" fmla="*/ 311516 h 398918"/>
              <a:gd name="csX164" fmla="*/ 877825 w 2176760"/>
              <a:gd name="csY164" fmla="*/ 324910 h 398918"/>
              <a:gd name="csX165" fmla="*/ 821541 w 2176760"/>
              <a:gd name="csY165" fmla="*/ 311516 h 398918"/>
              <a:gd name="csX166" fmla="*/ 785416 w 2176760"/>
              <a:gd name="csY166" fmla="*/ 273902 h 398918"/>
              <a:gd name="csX167" fmla="*/ 772834 w 2176760"/>
              <a:gd name="csY167" fmla="*/ 217753 h 398918"/>
              <a:gd name="csX168" fmla="*/ 785416 w 2176760"/>
              <a:gd name="csY168" fmla="*/ 161604 h 398918"/>
              <a:gd name="csX169" fmla="*/ 821541 w 2176760"/>
              <a:gd name="csY169" fmla="*/ 123992 h 398918"/>
              <a:gd name="csX170" fmla="*/ 877825 w 2176760"/>
              <a:gd name="csY170" fmla="*/ 110462 h 398918"/>
              <a:gd name="csX171" fmla="*/ 638422 w 2176760"/>
              <a:gd name="csY171" fmla="*/ 40107 h 398918"/>
              <a:gd name="csX172" fmla="*/ 684964 w 2176760"/>
              <a:gd name="csY172" fmla="*/ 47143 h 398918"/>
              <a:gd name="csX173" fmla="*/ 722577 w 2176760"/>
              <a:gd name="csY173" fmla="*/ 67437 h 398918"/>
              <a:gd name="csX174" fmla="*/ 748960 w 2176760"/>
              <a:gd name="csY174" fmla="*/ 100044 h 398918"/>
              <a:gd name="csX175" fmla="*/ 761543 w 2176760"/>
              <a:gd name="csY175" fmla="*/ 144287 h 398918"/>
              <a:gd name="csX176" fmla="*/ 693894 w 2176760"/>
              <a:gd name="csY176" fmla="*/ 144287 h 398918"/>
              <a:gd name="csX177" fmla="*/ 688347 w 2176760"/>
              <a:gd name="csY177" fmla="*/ 125480 h 398918"/>
              <a:gd name="csX178" fmla="*/ 677252 w 2176760"/>
              <a:gd name="csY178" fmla="*/ 111139 h 398918"/>
              <a:gd name="csX179" fmla="*/ 660881 w 2176760"/>
              <a:gd name="csY179" fmla="*/ 102073 h 398918"/>
              <a:gd name="csX180" fmla="*/ 640181 w 2176760"/>
              <a:gd name="csY180" fmla="*/ 98826 h 398918"/>
              <a:gd name="csX181" fmla="*/ 605409 w 2176760"/>
              <a:gd name="csY181" fmla="*/ 108704 h 398918"/>
              <a:gd name="csX182" fmla="*/ 583084 w 2176760"/>
              <a:gd name="csY182" fmla="*/ 137251 h 398918"/>
              <a:gd name="csX183" fmla="*/ 575373 w 2176760"/>
              <a:gd name="csY183" fmla="*/ 182440 h 398918"/>
              <a:gd name="csX184" fmla="*/ 583219 w 2176760"/>
              <a:gd name="csY184" fmla="*/ 228713 h 398918"/>
              <a:gd name="csX185" fmla="*/ 605544 w 2176760"/>
              <a:gd name="csY185" fmla="*/ 256719 h 398918"/>
              <a:gd name="csX186" fmla="*/ 639774 w 2176760"/>
              <a:gd name="csY186" fmla="*/ 266056 h 398918"/>
              <a:gd name="csX187" fmla="*/ 659934 w 2176760"/>
              <a:gd name="csY187" fmla="*/ 263214 h 398918"/>
              <a:gd name="csX188" fmla="*/ 676035 w 2176760"/>
              <a:gd name="csY188" fmla="*/ 254961 h 398918"/>
              <a:gd name="csX189" fmla="*/ 687535 w 2176760"/>
              <a:gd name="csY189" fmla="*/ 241566 h 398918"/>
              <a:gd name="csX190" fmla="*/ 693894 w 2176760"/>
              <a:gd name="csY190" fmla="*/ 223571 h 398918"/>
              <a:gd name="csX191" fmla="*/ 761543 w 2176760"/>
              <a:gd name="csY191" fmla="*/ 223977 h 398918"/>
              <a:gd name="csX192" fmla="*/ 750855 w 2176760"/>
              <a:gd name="csY192" fmla="*/ 260238 h 398918"/>
              <a:gd name="csX193" fmla="*/ 726636 w 2176760"/>
              <a:gd name="csY193" fmla="*/ 292845 h 398918"/>
              <a:gd name="csX194" fmla="*/ 689023 w 2176760"/>
              <a:gd name="csY194" fmla="*/ 316115 h 398918"/>
              <a:gd name="csX195" fmla="*/ 638422 w 2176760"/>
              <a:gd name="csY195" fmla="*/ 324774 h 398918"/>
              <a:gd name="csX196" fmla="*/ 571043 w 2176760"/>
              <a:gd name="csY196" fmla="*/ 308269 h 398918"/>
              <a:gd name="csX197" fmla="*/ 524230 w 2176760"/>
              <a:gd name="csY197" fmla="*/ 259831 h 398918"/>
              <a:gd name="csX198" fmla="*/ 507047 w 2176760"/>
              <a:gd name="csY198" fmla="*/ 182440 h 398918"/>
              <a:gd name="csX199" fmla="*/ 524501 w 2176760"/>
              <a:gd name="csY199" fmla="*/ 104915 h 398918"/>
              <a:gd name="csX200" fmla="*/ 571720 w 2176760"/>
              <a:gd name="csY200" fmla="*/ 56613 h 398918"/>
              <a:gd name="csX201" fmla="*/ 638422 w 2176760"/>
              <a:gd name="csY201" fmla="*/ 40107 h 398918"/>
              <a:gd name="csX202" fmla="*/ 173334 w 2176760"/>
              <a:gd name="csY202" fmla="*/ 388 h 398918"/>
              <a:gd name="csX203" fmla="*/ 203201 w 2176760"/>
              <a:gd name="csY203" fmla="*/ 23874 h 398918"/>
              <a:gd name="csX204" fmla="*/ 207884 w 2176760"/>
              <a:gd name="csY204" fmla="*/ 106674 h 398918"/>
              <a:gd name="csX205" fmla="*/ 205931 w 2176760"/>
              <a:gd name="csY205" fmla="*/ 178674 h 398918"/>
              <a:gd name="csX206" fmla="*/ 245788 w 2176760"/>
              <a:gd name="csY206" fmla="*/ 130013 h 398918"/>
              <a:gd name="csX207" fmla="*/ 275688 w 2176760"/>
              <a:gd name="csY207" fmla="*/ 84730 h 398918"/>
              <a:gd name="csX208" fmla="*/ 354140 w 2176760"/>
              <a:gd name="csY208" fmla="*/ 66519 h 398918"/>
              <a:gd name="csX209" fmla="*/ 361481 w 2176760"/>
              <a:gd name="csY209" fmla="*/ 109150 h 398918"/>
              <a:gd name="csX210" fmla="*/ 338417 w 2176760"/>
              <a:gd name="csY210" fmla="*/ 133682 h 398918"/>
              <a:gd name="csX211" fmla="*/ 219060 w 2176760"/>
              <a:gd name="csY211" fmla="*/ 194763 h 398918"/>
              <a:gd name="csX212" fmla="*/ 346051 w 2176760"/>
              <a:gd name="csY212" fmla="*/ 205287 h 398918"/>
              <a:gd name="csX213" fmla="*/ 380609 w 2176760"/>
              <a:gd name="csY213" fmla="*/ 220765 h 398918"/>
              <a:gd name="csX214" fmla="*/ 394527 w 2176760"/>
              <a:gd name="csY214" fmla="*/ 254303 h 398918"/>
              <a:gd name="csX215" fmla="*/ 353821 w 2176760"/>
              <a:gd name="csY215" fmla="*/ 287105 h 398918"/>
              <a:gd name="csX216" fmla="*/ 311392 w 2176760"/>
              <a:gd name="csY216" fmla="*/ 274570 h 398918"/>
              <a:gd name="csX217" fmla="*/ 277726 w 2176760"/>
              <a:gd name="csY217" fmla="*/ 252008 h 398918"/>
              <a:gd name="csX218" fmla="*/ 212863 w 2176760"/>
              <a:gd name="csY218" fmla="*/ 213786 h 398918"/>
              <a:gd name="csX219" fmla="*/ 237229 w 2176760"/>
              <a:gd name="csY219" fmla="*/ 273082 h 398918"/>
              <a:gd name="csX220" fmla="*/ 269581 w 2176760"/>
              <a:gd name="csY220" fmla="*/ 351281 h 398918"/>
              <a:gd name="csX221" fmla="*/ 246106 w 2176760"/>
              <a:gd name="csY221" fmla="*/ 393988 h 398918"/>
              <a:gd name="csX222" fmla="*/ 246123 w 2176760"/>
              <a:gd name="csY222" fmla="*/ 394009 h 398918"/>
              <a:gd name="csX223" fmla="*/ 198604 w 2176760"/>
              <a:gd name="csY223" fmla="*/ 383786 h 398918"/>
              <a:gd name="csX224" fmla="*/ 186930 w 2176760"/>
              <a:gd name="csY224" fmla="*/ 312064 h 398918"/>
              <a:gd name="csX225" fmla="*/ 191644 w 2176760"/>
              <a:gd name="csY225" fmla="*/ 277111 h 398918"/>
              <a:gd name="csX226" fmla="*/ 191992 w 2176760"/>
              <a:gd name="csY226" fmla="*/ 218052 h 398918"/>
              <a:gd name="csX227" fmla="*/ 146020 w 2176760"/>
              <a:gd name="csY227" fmla="*/ 274836 h 398918"/>
              <a:gd name="csX228" fmla="*/ 113756 w 2176760"/>
              <a:gd name="csY228" fmla="*/ 320504 h 398918"/>
              <a:gd name="csX229" fmla="*/ 90341 w 2176760"/>
              <a:gd name="csY229" fmla="*/ 338935 h 398918"/>
              <a:gd name="csX230" fmla="*/ 42703 w 2176760"/>
              <a:gd name="csY230" fmla="*/ 332486 h 398918"/>
              <a:gd name="csX231" fmla="*/ 32856 w 2176760"/>
              <a:gd name="csY231" fmla="*/ 299410 h 398918"/>
              <a:gd name="csX232" fmla="*/ 48816 w 2176760"/>
              <a:gd name="csY232" fmla="*/ 271999 h 398918"/>
              <a:gd name="csX233" fmla="*/ 74047 w 2176760"/>
              <a:gd name="csY233" fmla="*/ 253899 h 398918"/>
              <a:gd name="csX234" fmla="*/ 112286 w 2176760"/>
              <a:gd name="csY234" fmla="*/ 236591 h 398918"/>
              <a:gd name="csX235" fmla="*/ 177023 w 2176760"/>
              <a:gd name="csY235" fmla="*/ 203107 h 398918"/>
              <a:gd name="csX236" fmla="*/ 34342 w 2176760"/>
              <a:gd name="csY236" fmla="*/ 189387 h 398918"/>
              <a:gd name="csX237" fmla="*/ 2195 w 2176760"/>
              <a:gd name="csY237" fmla="*/ 160436 h 398918"/>
              <a:gd name="csX238" fmla="*/ 35442 w 2176760"/>
              <a:gd name="csY238" fmla="*/ 111700 h 398918"/>
              <a:gd name="csX239" fmla="*/ 126906 w 2176760"/>
              <a:gd name="csY239" fmla="*/ 151097 h 398918"/>
              <a:gd name="csX240" fmla="*/ 185089 w 2176760"/>
              <a:gd name="csY240" fmla="*/ 182501 h 398918"/>
              <a:gd name="csX241" fmla="*/ 160623 w 2176760"/>
              <a:gd name="csY241" fmla="*/ 123937 h 398918"/>
              <a:gd name="csX242" fmla="*/ 134370 w 2176760"/>
              <a:gd name="csY242" fmla="*/ 76024 h 398918"/>
              <a:gd name="csX243" fmla="*/ 127306 w 2176760"/>
              <a:gd name="csY243" fmla="*/ 38705 h 398918"/>
              <a:gd name="csX244" fmla="*/ 173334 w 2176760"/>
              <a:gd name="csY244" fmla="*/ 388 h 3989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</a:cxnLst>
            <a:rect l="l" t="t" r="r" b="b"/>
            <a:pathLst>
              <a:path w="2176760" h="398918">
                <a:moveTo>
                  <a:pt x="1673155" y="227360"/>
                </a:moveTo>
                <a:cubicBezTo>
                  <a:pt x="1671259" y="228352"/>
                  <a:pt x="1668964" y="229254"/>
                  <a:pt x="1666259" y="230065"/>
                </a:cubicBezTo>
                <a:cubicBezTo>
                  <a:pt x="1663639" y="230878"/>
                  <a:pt x="1660753" y="231645"/>
                  <a:pt x="1657600" y="232366"/>
                </a:cubicBezTo>
                <a:cubicBezTo>
                  <a:pt x="1654438" y="233088"/>
                  <a:pt x="1651190" y="233719"/>
                  <a:pt x="1647856" y="234260"/>
                </a:cubicBezTo>
                <a:cubicBezTo>
                  <a:pt x="1644513" y="234801"/>
                  <a:pt x="1641313" y="235297"/>
                  <a:pt x="1638246" y="235748"/>
                </a:cubicBezTo>
                <a:cubicBezTo>
                  <a:pt x="1632026" y="236741"/>
                  <a:pt x="1626701" y="238274"/>
                  <a:pt x="1622282" y="240349"/>
                </a:cubicBezTo>
                <a:cubicBezTo>
                  <a:pt x="1617957" y="242423"/>
                  <a:pt x="1614614" y="245129"/>
                  <a:pt x="1612271" y="248467"/>
                </a:cubicBezTo>
                <a:cubicBezTo>
                  <a:pt x="1610013" y="251714"/>
                  <a:pt x="1608890" y="255592"/>
                  <a:pt x="1608890" y="260103"/>
                </a:cubicBezTo>
                <a:cubicBezTo>
                  <a:pt x="1608890" y="266958"/>
                  <a:pt x="1611328" y="272189"/>
                  <a:pt x="1616195" y="275797"/>
                </a:cubicBezTo>
                <a:cubicBezTo>
                  <a:pt x="1621158" y="279405"/>
                  <a:pt x="1627425" y="281209"/>
                  <a:pt x="1634998" y="281209"/>
                </a:cubicBezTo>
                <a:cubicBezTo>
                  <a:pt x="1642132" y="281209"/>
                  <a:pt x="1648533" y="279765"/>
                  <a:pt x="1654209" y="276879"/>
                </a:cubicBezTo>
                <a:cubicBezTo>
                  <a:pt x="1659991" y="273993"/>
                  <a:pt x="1664592" y="270024"/>
                  <a:pt x="1668011" y="264973"/>
                </a:cubicBezTo>
                <a:cubicBezTo>
                  <a:pt x="1671440" y="259831"/>
                  <a:pt x="1673155" y="253878"/>
                  <a:pt x="1673155" y="247113"/>
                </a:cubicBezTo>
                <a:close/>
                <a:moveTo>
                  <a:pt x="1434430" y="162146"/>
                </a:moveTo>
                <a:cubicBezTo>
                  <a:pt x="1426314" y="162146"/>
                  <a:pt x="1419409" y="164356"/>
                  <a:pt x="1413732" y="168776"/>
                </a:cubicBezTo>
                <a:cubicBezTo>
                  <a:pt x="1408045" y="173195"/>
                  <a:pt x="1403673" y="179510"/>
                  <a:pt x="1400606" y="187717"/>
                </a:cubicBezTo>
                <a:cubicBezTo>
                  <a:pt x="1397625" y="195926"/>
                  <a:pt x="1396139" y="205712"/>
                  <a:pt x="1396139" y="217077"/>
                </a:cubicBezTo>
                <a:cubicBezTo>
                  <a:pt x="1396139" y="228262"/>
                  <a:pt x="1397625" y="238004"/>
                  <a:pt x="1400606" y="246302"/>
                </a:cubicBezTo>
                <a:cubicBezTo>
                  <a:pt x="1403673" y="254600"/>
                  <a:pt x="1408045" y="261049"/>
                  <a:pt x="1413732" y="265649"/>
                </a:cubicBezTo>
                <a:cubicBezTo>
                  <a:pt x="1419504" y="270159"/>
                  <a:pt x="1426400" y="272415"/>
                  <a:pt x="1434430" y="272415"/>
                </a:cubicBezTo>
                <a:cubicBezTo>
                  <a:pt x="1442545" y="272415"/>
                  <a:pt x="1449451" y="270159"/>
                  <a:pt x="1455127" y="265649"/>
                </a:cubicBezTo>
                <a:cubicBezTo>
                  <a:pt x="1460814" y="261049"/>
                  <a:pt x="1465100" y="254600"/>
                  <a:pt x="1467986" y="246302"/>
                </a:cubicBezTo>
                <a:cubicBezTo>
                  <a:pt x="1470958" y="238004"/>
                  <a:pt x="1472444" y="228262"/>
                  <a:pt x="1472444" y="217077"/>
                </a:cubicBezTo>
                <a:cubicBezTo>
                  <a:pt x="1472444" y="205893"/>
                  <a:pt x="1470958" y="196196"/>
                  <a:pt x="1467986" y="187988"/>
                </a:cubicBezTo>
                <a:cubicBezTo>
                  <a:pt x="1465100" y="179780"/>
                  <a:pt x="1460814" y="173421"/>
                  <a:pt x="1455127" y="168911"/>
                </a:cubicBezTo>
                <a:cubicBezTo>
                  <a:pt x="1449536" y="164401"/>
                  <a:pt x="1442640" y="162146"/>
                  <a:pt x="1434430" y="162146"/>
                </a:cubicBezTo>
                <a:close/>
                <a:moveTo>
                  <a:pt x="878231" y="159440"/>
                </a:moveTo>
                <a:cubicBezTo>
                  <a:pt x="870023" y="159440"/>
                  <a:pt x="863077" y="161876"/>
                  <a:pt x="857395" y="166746"/>
                </a:cubicBezTo>
                <a:cubicBezTo>
                  <a:pt x="851802" y="171617"/>
                  <a:pt x="847518" y="178382"/>
                  <a:pt x="844542" y="187041"/>
                </a:cubicBezTo>
                <a:cubicBezTo>
                  <a:pt x="841655" y="195700"/>
                  <a:pt x="840212" y="205802"/>
                  <a:pt x="840212" y="217348"/>
                </a:cubicBezTo>
                <a:cubicBezTo>
                  <a:pt x="840212" y="228713"/>
                  <a:pt x="841655" y="238725"/>
                  <a:pt x="844542" y="247384"/>
                </a:cubicBezTo>
                <a:cubicBezTo>
                  <a:pt x="847518" y="256043"/>
                  <a:pt x="851802" y="262808"/>
                  <a:pt x="857395" y="267679"/>
                </a:cubicBezTo>
                <a:cubicBezTo>
                  <a:pt x="863077" y="272550"/>
                  <a:pt x="870023" y="274985"/>
                  <a:pt x="878231" y="274985"/>
                </a:cubicBezTo>
                <a:cubicBezTo>
                  <a:pt x="886169" y="274985"/>
                  <a:pt x="892889" y="272550"/>
                  <a:pt x="898390" y="267679"/>
                </a:cubicBezTo>
                <a:cubicBezTo>
                  <a:pt x="903893" y="262808"/>
                  <a:pt x="908087" y="256043"/>
                  <a:pt x="910973" y="247384"/>
                </a:cubicBezTo>
                <a:cubicBezTo>
                  <a:pt x="913949" y="238725"/>
                  <a:pt x="915438" y="228713"/>
                  <a:pt x="915438" y="217348"/>
                </a:cubicBezTo>
                <a:cubicBezTo>
                  <a:pt x="915438" y="205802"/>
                  <a:pt x="913949" y="195700"/>
                  <a:pt x="910973" y="187041"/>
                </a:cubicBezTo>
                <a:cubicBezTo>
                  <a:pt x="908087" y="178382"/>
                  <a:pt x="903893" y="171617"/>
                  <a:pt x="898390" y="166746"/>
                </a:cubicBezTo>
                <a:cubicBezTo>
                  <a:pt x="892889" y="161876"/>
                  <a:pt x="886169" y="159440"/>
                  <a:pt x="878231" y="159440"/>
                </a:cubicBezTo>
                <a:close/>
                <a:moveTo>
                  <a:pt x="1958524" y="113168"/>
                </a:moveTo>
                <a:lnTo>
                  <a:pt x="2027789" y="113168"/>
                </a:lnTo>
                <a:lnTo>
                  <a:pt x="2066080" y="261455"/>
                </a:lnTo>
                <a:lnTo>
                  <a:pt x="2068252" y="261455"/>
                </a:lnTo>
                <a:lnTo>
                  <a:pt x="2107076" y="113168"/>
                </a:lnTo>
                <a:lnTo>
                  <a:pt x="2176760" y="113168"/>
                </a:lnTo>
                <a:lnTo>
                  <a:pt x="2098417" y="340875"/>
                </a:lnTo>
                <a:cubicBezTo>
                  <a:pt x="2094627" y="352241"/>
                  <a:pt x="2089264" y="362252"/>
                  <a:pt x="2082320" y="370912"/>
                </a:cubicBezTo>
                <a:cubicBezTo>
                  <a:pt x="2075462" y="379660"/>
                  <a:pt x="2066575" y="386515"/>
                  <a:pt x="2055669" y="391477"/>
                </a:cubicBezTo>
                <a:cubicBezTo>
                  <a:pt x="2044839" y="396438"/>
                  <a:pt x="2031495" y="398918"/>
                  <a:pt x="2015617" y="398918"/>
                </a:cubicBezTo>
                <a:cubicBezTo>
                  <a:pt x="2007682" y="398918"/>
                  <a:pt x="2000196" y="398286"/>
                  <a:pt x="1993157" y="397024"/>
                </a:cubicBezTo>
                <a:cubicBezTo>
                  <a:pt x="1986118" y="395851"/>
                  <a:pt x="1980079" y="394273"/>
                  <a:pt x="1975030" y="392289"/>
                </a:cubicBezTo>
                <a:lnTo>
                  <a:pt x="1989642" y="344258"/>
                </a:lnTo>
                <a:cubicBezTo>
                  <a:pt x="1996138" y="346423"/>
                  <a:pt x="2001996" y="347685"/>
                  <a:pt x="2007225" y="348046"/>
                </a:cubicBezTo>
                <a:cubicBezTo>
                  <a:pt x="2012550" y="348407"/>
                  <a:pt x="2017102" y="347550"/>
                  <a:pt x="2020893" y="345475"/>
                </a:cubicBezTo>
                <a:cubicBezTo>
                  <a:pt x="2024770" y="343491"/>
                  <a:pt x="2027751" y="339928"/>
                  <a:pt x="2029818" y="334787"/>
                </a:cubicBezTo>
                <a:lnTo>
                  <a:pt x="2032390" y="328563"/>
                </a:lnTo>
                <a:close/>
                <a:moveTo>
                  <a:pt x="1888582" y="110462"/>
                </a:moveTo>
                <a:cubicBezTo>
                  <a:pt x="1903193" y="110462"/>
                  <a:pt x="1915861" y="113755"/>
                  <a:pt x="1926596" y="120339"/>
                </a:cubicBezTo>
                <a:cubicBezTo>
                  <a:pt x="1937416" y="126833"/>
                  <a:pt x="1945808" y="135943"/>
                  <a:pt x="1951761" y="147669"/>
                </a:cubicBezTo>
                <a:cubicBezTo>
                  <a:pt x="1957809" y="159305"/>
                  <a:pt x="1960781" y="172925"/>
                  <a:pt x="1960695" y="188530"/>
                </a:cubicBezTo>
                <a:lnTo>
                  <a:pt x="1960695" y="320986"/>
                </a:lnTo>
                <a:lnTo>
                  <a:pt x="1894535" y="320986"/>
                </a:lnTo>
                <a:lnTo>
                  <a:pt x="1894535" y="201518"/>
                </a:lnTo>
                <a:cubicBezTo>
                  <a:pt x="1894621" y="189973"/>
                  <a:pt x="1891687" y="180953"/>
                  <a:pt x="1885734" y="174458"/>
                </a:cubicBezTo>
                <a:cubicBezTo>
                  <a:pt x="1879876" y="167964"/>
                  <a:pt x="1871713" y="164717"/>
                  <a:pt x="1861245" y="164717"/>
                </a:cubicBezTo>
                <a:cubicBezTo>
                  <a:pt x="1854301" y="164717"/>
                  <a:pt x="1848167" y="166250"/>
                  <a:pt x="1842843" y="169317"/>
                </a:cubicBezTo>
                <a:cubicBezTo>
                  <a:pt x="1837613" y="172293"/>
                  <a:pt x="1833556" y="176578"/>
                  <a:pt x="1830670" y="182170"/>
                </a:cubicBezTo>
                <a:cubicBezTo>
                  <a:pt x="1827869" y="187763"/>
                  <a:pt x="1826431" y="194528"/>
                  <a:pt x="1826345" y="202465"/>
                </a:cubicBezTo>
                <a:lnTo>
                  <a:pt x="1826345" y="320986"/>
                </a:lnTo>
                <a:lnTo>
                  <a:pt x="1760175" y="320986"/>
                </a:lnTo>
                <a:lnTo>
                  <a:pt x="1760175" y="113168"/>
                </a:lnTo>
                <a:lnTo>
                  <a:pt x="1823097" y="113168"/>
                </a:lnTo>
                <a:lnTo>
                  <a:pt x="1823097" y="151322"/>
                </a:lnTo>
                <a:lnTo>
                  <a:pt x="1825393" y="151322"/>
                </a:lnTo>
                <a:cubicBezTo>
                  <a:pt x="1829993" y="138604"/>
                  <a:pt x="1837842" y="128638"/>
                  <a:pt x="1848939" y="121421"/>
                </a:cubicBezTo>
                <a:cubicBezTo>
                  <a:pt x="1860026" y="114115"/>
                  <a:pt x="1873246" y="110462"/>
                  <a:pt x="1888582" y="110462"/>
                </a:cubicBezTo>
                <a:close/>
                <a:moveTo>
                  <a:pt x="1646770" y="110462"/>
                </a:moveTo>
                <a:cubicBezTo>
                  <a:pt x="1660029" y="110462"/>
                  <a:pt x="1672250" y="112040"/>
                  <a:pt x="1683442" y="115198"/>
                </a:cubicBezTo>
                <a:cubicBezTo>
                  <a:pt x="1694624" y="118265"/>
                  <a:pt x="1704368" y="122774"/>
                  <a:pt x="1712664" y="128727"/>
                </a:cubicBezTo>
                <a:cubicBezTo>
                  <a:pt x="1720961" y="134591"/>
                  <a:pt x="1727361" y="141806"/>
                  <a:pt x="1731876" y="150375"/>
                </a:cubicBezTo>
                <a:cubicBezTo>
                  <a:pt x="1736477" y="158944"/>
                  <a:pt x="1738772" y="168731"/>
                  <a:pt x="1738772" y="179735"/>
                </a:cubicBezTo>
                <a:lnTo>
                  <a:pt x="1738772" y="320986"/>
                </a:lnTo>
                <a:lnTo>
                  <a:pt x="1676536" y="320986"/>
                </a:lnTo>
                <a:lnTo>
                  <a:pt x="1676536" y="292032"/>
                </a:lnTo>
                <a:lnTo>
                  <a:pt x="1674917" y="292032"/>
                </a:lnTo>
                <a:cubicBezTo>
                  <a:pt x="1671221" y="299068"/>
                  <a:pt x="1666478" y="305021"/>
                  <a:pt x="1660705" y="309892"/>
                </a:cubicBezTo>
                <a:cubicBezTo>
                  <a:pt x="1655029" y="314763"/>
                  <a:pt x="1648304" y="318416"/>
                  <a:pt x="1640551" y="320851"/>
                </a:cubicBezTo>
                <a:cubicBezTo>
                  <a:pt x="1632883" y="323287"/>
                  <a:pt x="1624225" y="324504"/>
                  <a:pt x="1614576" y="324504"/>
                </a:cubicBezTo>
                <a:cubicBezTo>
                  <a:pt x="1601317" y="324504"/>
                  <a:pt x="1589544" y="322294"/>
                  <a:pt x="1579257" y="317875"/>
                </a:cubicBezTo>
                <a:cubicBezTo>
                  <a:pt x="1569066" y="313364"/>
                  <a:pt x="1560998" y="306600"/>
                  <a:pt x="1555045" y="297580"/>
                </a:cubicBezTo>
                <a:cubicBezTo>
                  <a:pt x="1549177" y="288470"/>
                  <a:pt x="1546244" y="277060"/>
                  <a:pt x="1546244" y="263350"/>
                </a:cubicBezTo>
                <a:cubicBezTo>
                  <a:pt x="1546244" y="251803"/>
                  <a:pt x="1548272" y="242062"/>
                  <a:pt x="1552330" y="234125"/>
                </a:cubicBezTo>
                <a:cubicBezTo>
                  <a:pt x="1556397" y="226187"/>
                  <a:pt x="1561988" y="219738"/>
                  <a:pt x="1569113" y="214777"/>
                </a:cubicBezTo>
                <a:cubicBezTo>
                  <a:pt x="1576238" y="209816"/>
                  <a:pt x="1584448" y="206073"/>
                  <a:pt x="1593735" y="203548"/>
                </a:cubicBezTo>
                <a:cubicBezTo>
                  <a:pt x="1603022" y="200931"/>
                  <a:pt x="1612947" y="199173"/>
                  <a:pt x="1623501" y="198271"/>
                </a:cubicBezTo>
                <a:cubicBezTo>
                  <a:pt x="1635321" y="197188"/>
                  <a:pt x="1644837" y="196061"/>
                  <a:pt x="1652047" y="194889"/>
                </a:cubicBezTo>
                <a:cubicBezTo>
                  <a:pt x="1659267" y="193626"/>
                  <a:pt x="1664497" y="191866"/>
                  <a:pt x="1667745" y="189612"/>
                </a:cubicBezTo>
                <a:cubicBezTo>
                  <a:pt x="1671078" y="187267"/>
                  <a:pt x="1672755" y="183974"/>
                  <a:pt x="1672755" y="179735"/>
                </a:cubicBezTo>
                <a:lnTo>
                  <a:pt x="1672755" y="179058"/>
                </a:lnTo>
                <a:cubicBezTo>
                  <a:pt x="1672755" y="172113"/>
                  <a:pt x="1670364" y="166746"/>
                  <a:pt x="1665582" y="162958"/>
                </a:cubicBezTo>
                <a:cubicBezTo>
                  <a:pt x="1660801" y="159170"/>
                  <a:pt x="1654352" y="157275"/>
                  <a:pt x="1646228" y="157275"/>
                </a:cubicBezTo>
                <a:cubicBezTo>
                  <a:pt x="1637484" y="157275"/>
                  <a:pt x="1630445" y="159170"/>
                  <a:pt x="1625130" y="162958"/>
                </a:cubicBezTo>
                <a:cubicBezTo>
                  <a:pt x="1619805" y="166746"/>
                  <a:pt x="1616424" y="171978"/>
                  <a:pt x="1614976" y="178652"/>
                </a:cubicBezTo>
                <a:lnTo>
                  <a:pt x="1553959" y="176487"/>
                </a:lnTo>
                <a:cubicBezTo>
                  <a:pt x="1555759" y="163860"/>
                  <a:pt x="1560407" y="152585"/>
                  <a:pt x="1567894" y="142663"/>
                </a:cubicBezTo>
                <a:cubicBezTo>
                  <a:pt x="1575466" y="132651"/>
                  <a:pt x="1585839" y="124804"/>
                  <a:pt x="1599012" y="119121"/>
                </a:cubicBezTo>
                <a:cubicBezTo>
                  <a:pt x="1612271" y="113349"/>
                  <a:pt x="1628187" y="110462"/>
                  <a:pt x="1646770" y="110462"/>
                </a:cubicBezTo>
                <a:close/>
                <a:moveTo>
                  <a:pt x="1457699" y="110462"/>
                </a:moveTo>
                <a:cubicBezTo>
                  <a:pt x="1472130" y="110462"/>
                  <a:pt x="1485617" y="114251"/>
                  <a:pt x="1498152" y="121827"/>
                </a:cubicBezTo>
                <a:cubicBezTo>
                  <a:pt x="1510782" y="129404"/>
                  <a:pt x="1520974" y="141085"/>
                  <a:pt x="1528727" y="156870"/>
                </a:cubicBezTo>
                <a:cubicBezTo>
                  <a:pt x="1536490" y="172654"/>
                  <a:pt x="1540367" y="192768"/>
                  <a:pt x="1540367" y="217212"/>
                </a:cubicBezTo>
                <a:cubicBezTo>
                  <a:pt x="1540367" y="240754"/>
                  <a:pt x="1536623" y="260463"/>
                  <a:pt x="1529137" y="276338"/>
                </a:cubicBezTo>
                <a:cubicBezTo>
                  <a:pt x="1521745" y="292213"/>
                  <a:pt x="1511725" y="304119"/>
                  <a:pt x="1499104" y="312057"/>
                </a:cubicBezTo>
                <a:cubicBezTo>
                  <a:pt x="1486560" y="319994"/>
                  <a:pt x="1472625" y="323963"/>
                  <a:pt x="1457290" y="323963"/>
                </a:cubicBezTo>
                <a:cubicBezTo>
                  <a:pt x="1446831" y="323963"/>
                  <a:pt x="1437763" y="322249"/>
                  <a:pt x="1430096" y="318821"/>
                </a:cubicBezTo>
                <a:cubicBezTo>
                  <a:pt x="1422428" y="315394"/>
                  <a:pt x="1415980" y="310884"/>
                  <a:pt x="1410750" y="305292"/>
                </a:cubicBezTo>
                <a:cubicBezTo>
                  <a:pt x="1405607" y="299700"/>
                  <a:pt x="1401644" y="293701"/>
                  <a:pt x="1398844" y="287297"/>
                </a:cubicBezTo>
                <a:lnTo>
                  <a:pt x="1397492" y="287297"/>
                </a:lnTo>
                <a:lnTo>
                  <a:pt x="1397492" y="398918"/>
                </a:lnTo>
                <a:lnTo>
                  <a:pt x="1331331" y="398918"/>
                </a:lnTo>
                <a:lnTo>
                  <a:pt x="1331331" y="113168"/>
                </a:lnTo>
                <a:lnTo>
                  <a:pt x="1396815" y="113168"/>
                </a:lnTo>
                <a:lnTo>
                  <a:pt x="1396815" y="148751"/>
                </a:lnTo>
                <a:lnTo>
                  <a:pt x="1398844" y="148751"/>
                </a:lnTo>
                <a:cubicBezTo>
                  <a:pt x="1401549" y="142437"/>
                  <a:pt x="1405388" y="136349"/>
                  <a:pt x="1410350" y="130486"/>
                </a:cubicBezTo>
                <a:cubicBezTo>
                  <a:pt x="1415399" y="124624"/>
                  <a:pt x="1421800" y="119843"/>
                  <a:pt x="1429562" y="116145"/>
                </a:cubicBezTo>
                <a:cubicBezTo>
                  <a:pt x="1437401" y="112356"/>
                  <a:pt x="1446783" y="110462"/>
                  <a:pt x="1457699" y="110462"/>
                </a:cubicBezTo>
                <a:close/>
                <a:moveTo>
                  <a:pt x="1121591" y="110462"/>
                </a:moveTo>
                <a:cubicBezTo>
                  <a:pt x="1136021" y="110462"/>
                  <a:pt x="1148384" y="114160"/>
                  <a:pt x="1158662" y="121557"/>
                </a:cubicBezTo>
                <a:cubicBezTo>
                  <a:pt x="1168949" y="128953"/>
                  <a:pt x="1175483" y="138875"/>
                  <a:pt x="1178283" y="151322"/>
                </a:cubicBezTo>
                <a:lnTo>
                  <a:pt x="1180445" y="151322"/>
                </a:lnTo>
                <a:cubicBezTo>
                  <a:pt x="1184322" y="138965"/>
                  <a:pt x="1191904" y="129088"/>
                  <a:pt x="1203182" y="121692"/>
                </a:cubicBezTo>
                <a:cubicBezTo>
                  <a:pt x="1214450" y="114205"/>
                  <a:pt x="1227756" y="110462"/>
                  <a:pt x="1243091" y="110462"/>
                </a:cubicBezTo>
                <a:cubicBezTo>
                  <a:pt x="1262751" y="110462"/>
                  <a:pt x="1278715" y="116776"/>
                  <a:pt x="1290983" y="129404"/>
                </a:cubicBezTo>
                <a:cubicBezTo>
                  <a:pt x="1303251" y="141942"/>
                  <a:pt x="1309385" y="159170"/>
                  <a:pt x="1309385" y="181088"/>
                </a:cubicBezTo>
                <a:lnTo>
                  <a:pt x="1309385" y="320986"/>
                </a:lnTo>
                <a:lnTo>
                  <a:pt x="1243225" y="320986"/>
                </a:lnTo>
                <a:lnTo>
                  <a:pt x="1243225" y="196241"/>
                </a:lnTo>
                <a:cubicBezTo>
                  <a:pt x="1243225" y="185868"/>
                  <a:pt x="1240567" y="177976"/>
                  <a:pt x="1235243" y="172564"/>
                </a:cubicBezTo>
                <a:cubicBezTo>
                  <a:pt x="1229918" y="167062"/>
                  <a:pt x="1223022" y="164311"/>
                  <a:pt x="1214545" y="164311"/>
                </a:cubicBezTo>
                <a:cubicBezTo>
                  <a:pt x="1205430" y="164311"/>
                  <a:pt x="1198257" y="167287"/>
                  <a:pt x="1193028" y="173240"/>
                </a:cubicBezTo>
                <a:cubicBezTo>
                  <a:pt x="1187885" y="179104"/>
                  <a:pt x="1185322" y="186996"/>
                  <a:pt x="1185322" y="196917"/>
                </a:cubicBezTo>
                <a:lnTo>
                  <a:pt x="1185322" y="320986"/>
                </a:lnTo>
                <a:lnTo>
                  <a:pt x="1121724" y="320986"/>
                </a:lnTo>
                <a:lnTo>
                  <a:pt x="1121724" y="195565"/>
                </a:lnTo>
                <a:cubicBezTo>
                  <a:pt x="1121724" y="185913"/>
                  <a:pt x="1119114" y="178291"/>
                  <a:pt x="1113885" y="172699"/>
                </a:cubicBezTo>
                <a:cubicBezTo>
                  <a:pt x="1108646" y="167107"/>
                  <a:pt x="1101750" y="164311"/>
                  <a:pt x="1093177" y="164311"/>
                </a:cubicBezTo>
                <a:cubicBezTo>
                  <a:pt x="1087405" y="164311"/>
                  <a:pt x="1082309" y="165709"/>
                  <a:pt x="1077890" y="168505"/>
                </a:cubicBezTo>
                <a:cubicBezTo>
                  <a:pt x="1073470" y="171211"/>
                  <a:pt x="1069994" y="175090"/>
                  <a:pt x="1067469" y="180141"/>
                </a:cubicBezTo>
                <a:cubicBezTo>
                  <a:pt x="1065041" y="185192"/>
                  <a:pt x="1063821" y="191145"/>
                  <a:pt x="1063821" y="198000"/>
                </a:cubicBezTo>
                <a:lnTo>
                  <a:pt x="1063821" y="320986"/>
                </a:lnTo>
                <a:lnTo>
                  <a:pt x="997661" y="320986"/>
                </a:lnTo>
                <a:lnTo>
                  <a:pt x="997661" y="113168"/>
                </a:lnTo>
                <a:lnTo>
                  <a:pt x="1060573" y="113168"/>
                </a:lnTo>
                <a:lnTo>
                  <a:pt x="1060573" y="151322"/>
                </a:lnTo>
                <a:lnTo>
                  <a:pt x="1062869" y="151322"/>
                </a:lnTo>
                <a:cubicBezTo>
                  <a:pt x="1067203" y="138694"/>
                  <a:pt x="1074508" y="128727"/>
                  <a:pt x="1084795" y="121421"/>
                </a:cubicBezTo>
                <a:cubicBezTo>
                  <a:pt x="1095073" y="114115"/>
                  <a:pt x="1107341" y="110462"/>
                  <a:pt x="1121591" y="110462"/>
                </a:cubicBezTo>
                <a:close/>
                <a:moveTo>
                  <a:pt x="877825" y="110462"/>
                </a:moveTo>
                <a:cubicBezTo>
                  <a:pt x="899653" y="110462"/>
                  <a:pt x="918370" y="114972"/>
                  <a:pt x="933977" y="123992"/>
                </a:cubicBezTo>
                <a:cubicBezTo>
                  <a:pt x="949664" y="132922"/>
                  <a:pt x="961713" y="145460"/>
                  <a:pt x="970095" y="161604"/>
                </a:cubicBezTo>
                <a:cubicBezTo>
                  <a:pt x="978573" y="177661"/>
                  <a:pt x="982821" y="196376"/>
                  <a:pt x="982821" y="217753"/>
                </a:cubicBezTo>
                <a:cubicBezTo>
                  <a:pt x="982821" y="239041"/>
                  <a:pt x="978573" y="257756"/>
                  <a:pt x="970095" y="273902"/>
                </a:cubicBezTo>
                <a:cubicBezTo>
                  <a:pt x="961713" y="289958"/>
                  <a:pt x="949664" y="302495"/>
                  <a:pt x="933977" y="311516"/>
                </a:cubicBezTo>
                <a:cubicBezTo>
                  <a:pt x="918370" y="320445"/>
                  <a:pt x="899653" y="324910"/>
                  <a:pt x="877825" y="324910"/>
                </a:cubicBezTo>
                <a:cubicBezTo>
                  <a:pt x="855997" y="324910"/>
                  <a:pt x="837236" y="320445"/>
                  <a:pt x="821541" y="311516"/>
                </a:cubicBezTo>
                <a:cubicBezTo>
                  <a:pt x="805937" y="302495"/>
                  <a:pt x="793895" y="289958"/>
                  <a:pt x="785416" y="273902"/>
                </a:cubicBezTo>
                <a:cubicBezTo>
                  <a:pt x="777027" y="257756"/>
                  <a:pt x="772834" y="239041"/>
                  <a:pt x="772834" y="217753"/>
                </a:cubicBezTo>
                <a:cubicBezTo>
                  <a:pt x="772834" y="196376"/>
                  <a:pt x="777027" y="177661"/>
                  <a:pt x="785416" y="161604"/>
                </a:cubicBezTo>
                <a:cubicBezTo>
                  <a:pt x="793895" y="145460"/>
                  <a:pt x="805937" y="132922"/>
                  <a:pt x="821541" y="123992"/>
                </a:cubicBezTo>
                <a:cubicBezTo>
                  <a:pt x="837236" y="114972"/>
                  <a:pt x="855997" y="110462"/>
                  <a:pt x="877825" y="110462"/>
                </a:cubicBezTo>
                <a:close/>
                <a:moveTo>
                  <a:pt x="638422" y="40107"/>
                </a:moveTo>
                <a:cubicBezTo>
                  <a:pt x="655199" y="40107"/>
                  <a:pt x="670713" y="42452"/>
                  <a:pt x="684964" y="47143"/>
                </a:cubicBezTo>
                <a:cubicBezTo>
                  <a:pt x="699216" y="51743"/>
                  <a:pt x="711754" y="58508"/>
                  <a:pt x="722577" y="67437"/>
                </a:cubicBezTo>
                <a:cubicBezTo>
                  <a:pt x="733401" y="76277"/>
                  <a:pt x="742195" y="87146"/>
                  <a:pt x="748960" y="100044"/>
                </a:cubicBezTo>
                <a:cubicBezTo>
                  <a:pt x="755725" y="112942"/>
                  <a:pt x="759920" y="127690"/>
                  <a:pt x="761543" y="144287"/>
                </a:cubicBezTo>
                <a:lnTo>
                  <a:pt x="693894" y="144287"/>
                </a:lnTo>
                <a:cubicBezTo>
                  <a:pt x="692992" y="137341"/>
                  <a:pt x="691142" y="131073"/>
                  <a:pt x="688347" y="125480"/>
                </a:cubicBezTo>
                <a:cubicBezTo>
                  <a:pt x="685550" y="119888"/>
                  <a:pt x="681853" y="115107"/>
                  <a:pt x="677252" y="111139"/>
                </a:cubicBezTo>
                <a:cubicBezTo>
                  <a:pt x="672652" y="107170"/>
                  <a:pt x="667195" y="104148"/>
                  <a:pt x="660881" y="102073"/>
                </a:cubicBezTo>
                <a:cubicBezTo>
                  <a:pt x="654657" y="99909"/>
                  <a:pt x="647757" y="98826"/>
                  <a:pt x="640181" y="98826"/>
                </a:cubicBezTo>
                <a:cubicBezTo>
                  <a:pt x="626741" y="98826"/>
                  <a:pt x="615150" y="102119"/>
                  <a:pt x="605409" y="108704"/>
                </a:cubicBezTo>
                <a:cubicBezTo>
                  <a:pt x="595757" y="115288"/>
                  <a:pt x="588316" y="124804"/>
                  <a:pt x="583084" y="137251"/>
                </a:cubicBezTo>
                <a:cubicBezTo>
                  <a:pt x="577943" y="149698"/>
                  <a:pt x="575373" y="164762"/>
                  <a:pt x="575373" y="182440"/>
                </a:cubicBezTo>
                <a:cubicBezTo>
                  <a:pt x="575373" y="200842"/>
                  <a:pt x="577988" y="216266"/>
                  <a:pt x="583219" y="228713"/>
                </a:cubicBezTo>
                <a:cubicBezTo>
                  <a:pt x="588542" y="241070"/>
                  <a:pt x="595983" y="250406"/>
                  <a:pt x="605544" y="256719"/>
                </a:cubicBezTo>
                <a:cubicBezTo>
                  <a:pt x="615196" y="262943"/>
                  <a:pt x="626606" y="266056"/>
                  <a:pt x="639774" y="266056"/>
                </a:cubicBezTo>
                <a:cubicBezTo>
                  <a:pt x="647171" y="266056"/>
                  <a:pt x="653891" y="265108"/>
                  <a:pt x="659934" y="263214"/>
                </a:cubicBezTo>
                <a:cubicBezTo>
                  <a:pt x="666068" y="261320"/>
                  <a:pt x="671434" y="258569"/>
                  <a:pt x="676035" y="254961"/>
                </a:cubicBezTo>
                <a:cubicBezTo>
                  <a:pt x="680725" y="251262"/>
                  <a:pt x="684559" y="246798"/>
                  <a:pt x="687535" y="241566"/>
                </a:cubicBezTo>
                <a:cubicBezTo>
                  <a:pt x="690601" y="236244"/>
                  <a:pt x="692722" y="230246"/>
                  <a:pt x="693894" y="223571"/>
                </a:cubicBezTo>
                <a:lnTo>
                  <a:pt x="761543" y="223977"/>
                </a:lnTo>
                <a:cubicBezTo>
                  <a:pt x="760370" y="236244"/>
                  <a:pt x="756808" y="248332"/>
                  <a:pt x="750855" y="260238"/>
                </a:cubicBezTo>
                <a:cubicBezTo>
                  <a:pt x="744991" y="272144"/>
                  <a:pt x="736919" y="283013"/>
                  <a:pt x="726636" y="292845"/>
                </a:cubicBezTo>
                <a:cubicBezTo>
                  <a:pt x="716353" y="302586"/>
                  <a:pt x="703815" y="310343"/>
                  <a:pt x="689023" y="316115"/>
                </a:cubicBezTo>
                <a:cubicBezTo>
                  <a:pt x="674320" y="321888"/>
                  <a:pt x="657453" y="324774"/>
                  <a:pt x="638422" y="324774"/>
                </a:cubicBezTo>
                <a:cubicBezTo>
                  <a:pt x="613346" y="324774"/>
                  <a:pt x="590887" y="319273"/>
                  <a:pt x="571043" y="308269"/>
                </a:cubicBezTo>
                <a:cubicBezTo>
                  <a:pt x="551290" y="297174"/>
                  <a:pt x="535685" y="281028"/>
                  <a:pt x="524230" y="259831"/>
                </a:cubicBezTo>
                <a:cubicBezTo>
                  <a:pt x="512774" y="238635"/>
                  <a:pt x="507047" y="212838"/>
                  <a:pt x="507047" y="182440"/>
                </a:cubicBezTo>
                <a:cubicBezTo>
                  <a:pt x="507047" y="151954"/>
                  <a:pt x="512865" y="126111"/>
                  <a:pt x="524501" y="104915"/>
                </a:cubicBezTo>
                <a:cubicBezTo>
                  <a:pt x="536136" y="83719"/>
                  <a:pt x="551875" y="67617"/>
                  <a:pt x="571720" y="56613"/>
                </a:cubicBezTo>
                <a:cubicBezTo>
                  <a:pt x="591563" y="45609"/>
                  <a:pt x="613798" y="40107"/>
                  <a:pt x="638422" y="40107"/>
                </a:cubicBezTo>
                <a:close/>
                <a:moveTo>
                  <a:pt x="173334" y="388"/>
                </a:moveTo>
                <a:cubicBezTo>
                  <a:pt x="186670" y="2248"/>
                  <a:pt x="197402" y="11984"/>
                  <a:pt x="203201" y="23874"/>
                </a:cubicBezTo>
                <a:cubicBezTo>
                  <a:pt x="214933" y="47918"/>
                  <a:pt x="211403" y="79576"/>
                  <a:pt x="207884" y="106674"/>
                </a:cubicBezTo>
                <a:cubicBezTo>
                  <a:pt x="204763" y="130701"/>
                  <a:pt x="203452" y="154195"/>
                  <a:pt x="205931" y="178674"/>
                </a:cubicBezTo>
                <a:cubicBezTo>
                  <a:pt x="221741" y="163892"/>
                  <a:pt x="234810" y="148167"/>
                  <a:pt x="245788" y="130013"/>
                </a:cubicBezTo>
                <a:cubicBezTo>
                  <a:pt x="255305" y="114275"/>
                  <a:pt x="264514" y="99287"/>
                  <a:pt x="275688" y="84730"/>
                </a:cubicBezTo>
                <a:cubicBezTo>
                  <a:pt x="295615" y="58793"/>
                  <a:pt x="331178" y="44782"/>
                  <a:pt x="354140" y="66519"/>
                </a:cubicBezTo>
                <a:cubicBezTo>
                  <a:pt x="366138" y="77877"/>
                  <a:pt x="368405" y="94413"/>
                  <a:pt x="361481" y="109150"/>
                </a:cubicBezTo>
                <a:cubicBezTo>
                  <a:pt x="356496" y="119751"/>
                  <a:pt x="348431" y="127338"/>
                  <a:pt x="338417" y="133682"/>
                </a:cubicBezTo>
                <a:cubicBezTo>
                  <a:pt x="299555" y="158314"/>
                  <a:pt x="257847" y="168744"/>
                  <a:pt x="219060" y="194763"/>
                </a:cubicBezTo>
                <a:cubicBezTo>
                  <a:pt x="262060" y="207233"/>
                  <a:pt x="302501" y="197602"/>
                  <a:pt x="346051" y="205287"/>
                </a:cubicBezTo>
                <a:cubicBezTo>
                  <a:pt x="359029" y="207580"/>
                  <a:pt x="370824" y="211988"/>
                  <a:pt x="380609" y="220765"/>
                </a:cubicBezTo>
                <a:cubicBezTo>
                  <a:pt x="390125" y="229305"/>
                  <a:pt x="396469" y="241297"/>
                  <a:pt x="394527" y="254303"/>
                </a:cubicBezTo>
                <a:cubicBezTo>
                  <a:pt x="391541" y="274329"/>
                  <a:pt x="373826" y="287861"/>
                  <a:pt x="353821" y="287105"/>
                </a:cubicBezTo>
                <a:cubicBezTo>
                  <a:pt x="338567" y="286536"/>
                  <a:pt x="324021" y="283032"/>
                  <a:pt x="311392" y="274570"/>
                </a:cubicBezTo>
                <a:lnTo>
                  <a:pt x="277726" y="252008"/>
                </a:lnTo>
                <a:cubicBezTo>
                  <a:pt x="257760" y="236529"/>
                  <a:pt x="236851" y="223551"/>
                  <a:pt x="212863" y="213786"/>
                </a:cubicBezTo>
                <a:cubicBezTo>
                  <a:pt x="218022" y="235690"/>
                  <a:pt x="226890" y="254326"/>
                  <a:pt x="237229" y="273082"/>
                </a:cubicBezTo>
                <a:cubicBezTo>
                  <a:pt x="248840" y="294146"/>
                  <a:pt x="268664" y="330703"/>
                  <a:pt x="269581" y="351281"/>
                </a:cubicBezTo>
                <a:cubicBezTo>
                  <a:pt x="270328" y="368047"/>
                  <a:pt x="262802" y="386479"/>
                  <a:pt x="246106" y="393988"/>
                </a:cubicBezTo>
                <a:lnTo>
                  <a:pt x="246123" y="394009"/>
                </a:lnTo>
                <a:cubicBezTo>
                  <a:pt x="229900" y="401309"/>
                  <a:pt x="210298" y="395495"/>
                  <a:pt x="198604" y="383786"/>
                </a:cubicBezTo>
                <a:cubicBezTo>
                  <a:pt x="184847" y="370016"/>
                  <a:pt x="184037" y="333452"/>
                  <a:pt x="186930" y="312064"/>
                </a:cubicBezTo>
                <a:lnTo>
                  <a:pt x="191644" y="277111"/>
                </a:lnTo>
                <a:cubicBezTo>
                  <a:pt x="194287" y="257526"/>
                  <a:pt x="194809" y="238559"/>
                  <a:pt x="191992" y="218052"/>
                </a:cubicBezTo>
                <a:cubicBezTo>
                  <a:pt x="173570" y="235277"/>
                  <a:pt x="158986" y="253976"/>
                  <a:pt x="146020" y="274836"/>
                </a:cubicBezTo>
                <a:cubicBezTo>
                  <a:pt x="136006" y="290953"/>
                  <a:pt x="126016" y="306071"/>
                  <a:pt x="113756" y="320504"/>
                </a:cubicBezTo>
                <a:cubicBezTo>
                  <a:pt x="107152" y="328281"/>
                  <a:pt x="99665" y="334654"/>
                  <a:pt x="90341" y="338935"/>
                </a:cubicBezTo>
                <a:cubicBezTo>
                  <a:pt x="74347" y="346272"/>
                  <a:pt x="55558" y="343990"/>
                  <a:pt x="42703" y="332486"/>
                </a:cubicBezTo>
                <a:cubicBezTo>
                  <a:pt x="32867" y="323684"/>
                  <a:pt x="29361" y="311880"/>
                  <a:pt x="32856" y="299410"/>
                </a:cubicBezTo>
                <a:cubicBezTo>
                  <a:pt x="35788" y="288932"/>
                  <a:pt x="40995" y="279759"/>
                  <a:pt x="48816" y="271999"/>
                </a:cubicBezTo>
                <a:cubicBezTo>
                  <a:pt x="56637" y="264238"/>
                  <a:pt x="64390" y="258269"/>
                  <a:pt x="74047" y="253899"/>
                </a:cubicBezTo>
                <a:lnTo>
                  <a:pt x="112286" y="236591"/>
                </a:lnTo>
                <a:cubicBezTo>
                  <a:pt x="134459" y="226552"/>
                  <a:pt x="156171" y="217129"/>
                  <a:pt x="177023" y="203107"/>
                </a:cubicBezTo>
                <a:cubicBezTo>
                  <a:pt x="130757" y="189762"/>
                  <a:pt x="75788" y="200667"/>
                  <a:pt x="34342" y="189387"/>
                </a:cubicBezTo>
                <a:cubicBezTo>
                  <a:pt x="19195" y="185266"/>
                  <a:pt x="7530" y="173937"/>
                  <a:pt x="2195" y="160436"/>
                </a:cubicBezTo>
                <a:cubicBezTo>
                  <a:pt x="-6235" y="139108"/>
                  <a:pt x="10629" y="114031"/>
                  <a:pt x="35442" y="111700"/>
                </a:cubicBezTo>
                <a:cubicBezTo>
                  <a:pt x="71031" y="108367"/>
                  <a:pt x="99045" y="131096"/>
                  <a:pt x="126906" y="151097"/>
                </a:cubicBezTo>
                <a:cubicBezTo>
                  <a:pt x="144936" y="164035"/>
                  <a:pt x="163360" y="175189"/>
                  <a:pt x="185089" y="182501"/>
                </a:cubicBezTo>
                <a:cubicBezTo>
                  <a:pt x="179560" y="160787"/>
                  <a:pt x="171367" y="142135"/>
                  <a:pt x="160623" y="123937"/>
                </a:cubicBezTo>
                <a:cubicBezTo>
                  <a:pt x="151216" y="108014"/>
                  <a:pt x="142020" y="92867"/>
                  <a:pt x="134370" y="76024"/>
                </a:cubicBezTo>
                <a:cubicBezTo>
                  <a:pt x="128924" y="64030"/>
                  <a:pt x="126206" y="51838"/>
                  <a:pt x="127306" y="38705"/>
                </a:cubicBezTo>
                <a:cubicBezTo>
                  <a:pt x="129270" y="15210"/>
                  <a:pt x="149618" y="-2908"/>
                  <a:pt x="173334" y="388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5B41F8D0-B18F-D5E7-B875-27270F906B1E}"/>
              </a:ext>
            </a:extLst>
          </p:cNvPr>
          <p:cNvSpPr>
            <a:spLocks noChangeAspect="1"/>
          </p:cNvSpPr>
          <p:nvPr/>
        </p:nvSpPr>
        <p:spPr>
          <a:xfrm>
            <a:off x="3746795" y="5108362"/>
            <a:ext cx="1798975" cy="329685"/>
          </a:xfrm>
          <a:custGeom>
            <a:avLst/>
            <a:gdLst>
              <a:gd name="csX0" fmla="*/ 1673155 w 2176760"/>
              <a:gd name="csY0" fmla="*/ 227360 h 398918"/>
              <a:gd name="csX1" fmla="*/ 1666259 w 2176760"/>
              <a:gd name="csY1" fmla="*/ 230065 h 398918"/>
              <a:gd name="csX2" fmla="*/ 1657600 w 2176760"/>
              <a:gd name="csY2" fmla="*/ 232366 h 398918"/>
              <a:gd name="csX3" fmla="*/ 1647856 w 2176760"/>
              <a:gd name="csY3" fmla="*/ 234260 h 398918"/>
              <a:gd name="csX4" fmla="*/ 1638246 w 2176760"/>
              <a:gd name="csY4" fmla="*/ 235748 h 398918"/>
              <a:gd name="csX5" fmla="*/ 1622282 w 2176760"/>
              <a:gd name="csY5" fmla="*/ 240349 h 398918"/>
              <a:gd name="csX6" fmla="*/ 1612271 w 2176760"/>
              <a:gd name="csY6" fmla="*/ 248467 h 398918"/>
              <a:gd name="csX7" fmla="*/ 1608890 w 2176760"/>
              <a:gd name="csY7" fmla="*/ 260103 h 398918"/>
              <a:gd name="csX8" fmla="*/ 1616195 w 2176760"/>
              <a:gd name="csY8" fmla="*/ 275797 h 398918"/>
              <a:gd name="csX9" fmla="*/ 1634998 w 2176760"/>
              <a:gd name="csY9" fmla="*/ 281209 h 398918"/>
              <a:gd name="csX10" fmla="*/ 1654209 w 2176760"/>
              <a:gd name="csY10" fmla="*/ 276879 h 398918"/>
              <a:gd name="csX11" fmla="*/ 1668011 w 2176760"/>
              <a:gd name="csY11" fmla="*/ 264973 h 398918"/>
              <a:gd name="csX12" fmla="*/ 1673155 w 2176760"/>
              <a:gd name="csY12" fmla="*/ 247113 h 398918"/>
              <a:gd name="csX13" fmla="*/ 1434430 w 2176760"/>
              <a:gd name="csY13" fmla="*/ 162146 h 398918"/>
              <a:gd name="csX14" fmla="*/ 1413732 w 2176760"/>
              <a:gd name="csY14" fmla="*/ 168776 h 398918"/>
              <a:gd name="csX15" fmla="*/ 1400606 w 2176760"/>
              <a:gd name="csY15" fmla="*/ 187717 h 398918"/>
              <a:gd name="csX16" fmla="*/ 1396139 w 2176760"/>
              <a:gd name="csY16" fmla="*/ 217077 h 398918"/>
              <a:gd name="csX17" fmla="*/ 1400606 w 2176760"/>
              <a:gd name="csY17" fmla="*/ 246302 h 398918"/>
              <a:gd name="csX18" fmla="*/ 1413732 w 2176760"/>
              <a:gd name="csY18" fmla="*/ 265649 h 398918"/>
              <a:gd name="csX19" fmla="*/ 1434430 w 2176760"/>
              <a:gd name="csY19" fmla="*/ 272415 h 398918"/>
              <a:gd name="csX20" fmla="*/ 1455127 w 2176760"/>
              <a:gd name="csY20" fmla="*/ 265649 h 398918"/>
              <a:gd name="csX21" fmla="*/ 1467986 w 2176760"/>
              <a:gd name="csY21" fmla="*/ 246302 h 398918"/>
              <a:gd name="csX22" fmla="*/ 1472444 w 2176760"/>
              <a:gd name="csY22" fmla="*/ 217077 h 398918"/>
              <a:gd name="csX23" fmla="*/ 1467986 w 2176760"/>
              <a:gd name="csY23" fmla="*/ 187988 h 398918"/>
              <a:gd name="csX24" fmla="*/ 1455127 w 2176760"/>
              <a:gd name="csY24" fmla="*/ 168911 h 398918"/>
              <a:gd name="csX25" fmla="*/ 1434430 w 2176760"/>
              <a:gd name="csY25" fmla="*/ 162146 h 398918"/>
              <a:gd name="csX26" fmla="*/ 878231 w 2176760"/>
              <a:gd name="csY26" fmla="*/ 159440 h 398918"/>
              <a:gd name="csX27" fmla="*/ 857395 w 2176760"/>
              <a:gd name="csY27" fmla="*/ 166746 h 398918"/>
              <a:gd name="csX28" fmla="*/ 844542 w 2176760"/>
              <a:gd name="csY28" fmla="*/ 187041 h 398918"/>
              <a:gd name="csX29" fmla="*/ 840212 w 2176760"/>
              <a:gd name="csY29" fmla="*/ 217348 h 398918"/>
              <a:gd name="csX30" fmla="*/ 844542 w 2176760"/>
              <a:gd name="csY30" fmla="*/ 247384 h 398918"/>
              <a:gd name="csX31" fmla="*/ 857395 w 2176760"/>
              <a:gd name="csY31" fmla="*/ 267679 h 398918"/>
              <a:gd name="csX32" fmla="*/ 878231 w 2176760"/>
              <a:gd name="csY32" fmla="*/ 274985 h 398918"/>
              <a:gd name="csX33" fmla="*/ 898390 w 2176760"/>
              <a:gd name="csY33" fmla="*/ 267679 h 398918"/>
              <a:gd name="csX34" fmla="*/ 910973 w 2176760"/>
              <a:gd name="csY34" fmla="*/ 247384 h 398918"/>
              <a:gd name="csX35" fmla="*/ 915438 w 2176760"/>
              <a:gd name="csY35" fmla="*/ 217348 h 398918"/>
              <a:gd name="csX36" fmla="*/ 910973 w 2176760"/>
              <a:gd name="csY36" fmla="*/ 187041 h 398918"/>
              <a:gd name="csX37" fmla="*/ 898390 w 2176760"/>
              <a:gd name="csY37" fmla="*/ 166746 h 398918"/>
              <a:gd name="csX38" fmla="*/ 878231 w 2176760"/>
              <a:gd name="csY38" fmla="*/ 159440 h 398918"/>
              <a:gd name="csX39" fmla="*/ 1958524 w 2176760"/>
              <a:gd name="csY39" fmla="*/ 113168 h 398918"/>
              <a:gd name="csX40" fmla="*/ 2027789 w 2176760"/>
              <a:gd name="csY40" fmla="*/ 113168 h 398918"/>
              <a:gd name="csX41" fmla="*/ 2066080 w 2176760"/>
              <a:gd name="csY41" fmla="*/ 261455 h 398918"/>
              <a:gd name="csX42" fmla="*/ 2068252 w 2176760"/>
              <a:gd name="csY42" fmla="*/ 261455 h 398918"/>
              <a:gd name="csX43" fmla="*/ 2107076 w 2176760"/>
              <a:gd name="csY43" fmla="*/ 113168 h 398918"/>
              <a:gd name="csX44" fmla="*/ 2176760 w 2176760"/>
              <a:gd name="csY44" fmla="*/ 113168 h 398918"/>
              <a:gd name="csX45" fmla="*/ 2098417 w 2176760"/>
              <a:gd name="csY45" fmla="*/ 340875 h 398918"/>
              <a:gd name="csX46" fmla="*/ 2082320 w 2176760"/>
              <a:gd name="csY46" fmla="*/ 370912 h 398918"/>
              <a:gd name="csX47" fmla="*/ 2055669 w 2176760"/>
              <a:gd name="csY47" fmla="*/ 391477 h 398918"/>
              <a:gd name="csX48" fmla="*/ 2015617 w 2176760"/>
              <a:gd name="csY48" fmla="*/ 398918 h 398918"/>
              <a:gd name="csX49" fmla="*/ 1993157 w 2176760"/>
              <a:gd name="csY49" fmla="*/ 397024 h 398918"/>
              <a:gd name="csX50" fmla="*/ 1975030 w 2176760"/>
              <a:gd name="csY50" fmla="*/ 392289 h 398918"/>
              <a:gd name="csX51" fmla="*/ 1989642 w 2176760"/>
              <a:gd name="csY51" fmla="*/ 344258 h 398918"/>
              <a:gd name="csX52" fmla="*/ 2007225 w 2176760"/>
              <a:gd name="csY52" fmla="*/ 348046 h 398918"/>
              <a:gd name="csX53" fmla="*/ 2020893 w 2176760"/>
              <a:gd name="csY53" fmla="*/ 345475 h 398918"/>
              <a:gd name="csX54" fmla="*/ 2029818 w 2176760"/>
              <a:gd name="csY54" fmla="*/ 334787 h 398918"/>
              <a:gd name="csX55" fmla="*/ 2032390 w 2176760"/>
              <a:gd name="csY55" fmla="*/ 328563 h 398918"/>
              <a:gd name="csX56" fmla="*/ 1888582 w 2176760"/>
              <a:gd name="csY56" fmla="*/ 110462 h 398918"/>
              <a:gd name="csX57" fmla="*/ 1926596 w 2176760"/>
              <a:gd name="csY57" fmla="*/ 120339 h 398918"/>
              <a:gd name="csX58" fmla="*/ 1951761 w 2176760"/>
              <a:gd name="csY58" fmla="*/ 147669 h 398918"/>
              <a:gd name="csX59" fmla="*/ 1960695 w 2176760"/>
              <a:gd name="csY59" fmla="*/ 188530 h 398918"/>
              <a:gd name="csX60" fmla="*/ 1960695 w 2176760"/>
              <a:gd name="csY60" fmla="*/ 320986 h 398918"/>
              <a:gd name="csX61" fmla="*/ 1894535 w 2176760"/>
              <a:gd name="csY61" fmla="*/ 320986 h 398918"/>
              <a:gd name="csX62" fmla="*/ 1894535 w 2176760"/>
              <a:gd name="csY62" fmla="*/ 201518 h 398918"/>
              <a:gd name="csX63" fmla="*/ 1885734 w 2176760"/>
              <a:gd name="csY63" fmla="*/ 174458 h 398918"/>
              <a:gd name="csX64" fmla="*/ 1861245 w 2176760"/>
              <a:gd name="csY64" fmla="*/ 164717 h 398918"/>
              <a:gd name="csX65" fmla="*/ 1842843 w 2176760"/>
              <a:gd name="csY65" fmla="*/ 169317 h 398918"/>
              <a:gd name="csX66" fmla="*/ 1830670 w 2176760"/>
              <a:gd name="csY66" fmla="*/ 182170 h 398918"/>
              <a:gd name="csX67" fmla="*/ 1826345 w 2176760"/>
              <a:gd name="csY67" fmla="*/ 202465 h 398918"/>
              <a:gd name="csX68" fmla="*/ 1826345 w 2176760"/>
              <a:gd name="csY68" fmla="*/ 320986 h 398918"/>
              <a:gd name="csX69" fmla="*/ 1760175 w 2176760"/>
              <a:gd name="csY69" fmla="*/ 320986 h 398918"/>
              <a:gd name="csX70" fmla="*/ 1760175 w 2176760"/>
              <a:gd name="csY70" fmla="*/ 113168 h 398918"/>
              <a:gd name="csX71" fmla="*/ 1823097 w 2176760"/>
              <a:gd name="csY71" fmla="*/ 113168 h 398918"/>
              <a:gd name="csX72" fmla="*/ 1823097 w 2176760"/>
              <a:gd name="csY72" fmla="*/ 151322 h 398918"/>
              <a:gd name="csX73" fmla="*/ 1825393 w 2176760"/>
              <a:gd name="csY73" fmla="*/ 151322 h 398918"/>
              <a:gd name="csX74" fmla="*/ 1848939 w 2176760"/>
              <a:gd name="csY74" fmla="*/ 121421 h 398918"/>
              <a:gd name="csX75" fmla="*/ 1888582 w 2176760"/>
              <a:gd name="csY75" fmla="*/ 110462 h 398918"/>
              <a:gd name="csX76" fmla="*/ 1646770 w 2176760"/>
              <a:gd name="csY76" fmla="*/ 110462 h 398918"/>
              <a:gd name="csX77" fmla="*/ 1683442 w 2176760"/>
              <a:gd name="csY77" fmla="*/ 115198 h 398918"/>
              <a:gd name="csX78" fmla="*/ 1712664 w 2176760"/>
              <a:gd name="csY78" fmla="*/ 128727 h 398918"/>
              <a:gd name="csX79" fmla="*/ 1731876 w 2176760"/>
              <a:gd name="csY79" fmla="*/ 150375 h 398918"/>
              <a:gd name="csX80" fmla="*/ 1738772 w 2176760"/>
              <a:gd name="csY80" fmla="*/ 179735 h 398918"/>
              <a:gd name="csX81" fmla="*/ 1738772 w 2176760"/>
              <a:gd name="csY81" fmla="*/ 320986 h 398918"/>
              <a:gd name="csX82" fmla="*/ 1676536 w 2176760"/>
              <a:gd name="csY82" fmla="*/ 320986 h 398918"/>
              <a:gd name="csX83" fmla="*/ 1676536 w 2176760"/>
              <a:gd name="csY83" fmla="*/ 292032 h 398918"/>
              <a:gd name="csX84" fmla="*/ 1674917 w 2176760"/>
              <a:gd name="csY84" fmla="*/ 292032 h 398918"/>
              <a:gd name="csX85" fmla="*/ 1660705 w 2176760"/>
              <a:gd name="csY85" fmla="*/ 309892 h 398918"/>
              <a:gd name="csX86" fmla="*/ 1640551 w 2176760"/>
              <a:gd name="csY86" fmla="*/ 320851 h 398918"/>
              <a:gd name="csX87" fmla="*/ 1614576 w 2176760"/>
              <a:gd name="csY87" fmla="*/ 324504 h 398918"/>
              <a:gd name="csX88" fmla="*/ 1579257 w 2176760"/>
              <a:gd name="csY88" fmla="*/ 317875 h 398918"/>
              <a:gd name="csX89" fmla="*/ 1555045 w 2176760"/>
              <a:gd name="csY89" fmla="*/ 297580 h 398918"/>
              <a:gd name="csX90" fmla="*/ 1546244 w 2176760"/>
              <a:gd name="csY90" fmla="*/ 263350 h 398918"/>
              <a:gd name="csX91" fmla="*/ 1552330 w 2176760"/>
              <a:gd name="csY91" fmla="*/ 234125 h 398918"/>
              <a:gd name="csX92" fmla="*/ 1569113 w 2176760"/>
              <a:gd name="csY92" fmla="*/ 214777 h 398918"/>
              <a:gd name="csX93" fmla="*/ 1593735 w 2176760"/>
              <a:gd name="csY93" fmla="*/ 203548 h 398918"/>
              <a:gd name="csX94" fmla="*/ 1623501 w 2176760"/>
              <a:gd name="csY94" fmla="*/ 198271 h 398918"/>
              <a:gd name="csX95" fmla="*/ 1652047 w 2176760"/>
              <a:gd name="csY95" fmla="*/ 194889 h 398918"/>
              <a:gd name="csX96" fmla="*/ 1667745 w 2176760"/>
              <a:gd name="csY96" fmla="*/ 189612 h 398918"/>
              <a:gd name="csX97" fmla="*/ 1672755 w 2176760"/>
              <a:gd name="csY97" fmla="*/ 179735 h 398918"/>
              <a:gd name="csX98" fmla="*/ 1672755 w 2176760"/>
              <a:gd name="csY98" fmla="*/ 179058 h 398918"/>
              <a:gd name="csX99" fmla="*/ 1665582 w 2176760"/>
              <a:gd name="csY99" fmla="*/ 162958 h 398918"/>
              <a:gd name="csX100" fmla="*/ 1646228 w 2176760"/>
              <a:gd name="csY100" fmla="*/ 157275 h 398918"/>
              <a:gd name="csX101" fmla="*/ 1625130 w 2176760"/>
              <a:gd name="csY101" fmla="*/ 162958 h 398918"/>
              <a:gd name="csX102" fmla="*/ 1614976 w 2176760"/>
              <a:gd name="csY102" fmla="*/ 178652 h 398918"/>
              <a:gd name="csX103" fmla="*/ 1553959 w 2176760"/>
              <a:gd name="csY103" fmla="*/ 176487 h 398918"/>
              <a:gd name="csX104" fmla="*/ 1567894 w 2176760"/>
              <a:gd name="csY104" fmla="*/ 142663 h 398918"/>
              <a:gd name="csX105" fmla="*/ 1599012 w 2176760"/>
              <a:gd name="csY105" fmla="*/ 119121 h 398918"/>
              <a:gd name="csX106" fmla="*/ 1646770 w 2176760"/>
              <a:gd name="csY106" fmla="*/ 110462 h 398918"/>
              <a:gd name="csX107" fmla="*/ 1457699 w 2176760"/>
              <a:gd name="csY107" fmla="*/ 110462 h 398918"/>
              <a:gd name="csX108" fmla="*/ 1498152 w 2176760"/>
              <a:gd name="csY108" fmla="*/ 121827 h 398918"/>
              <a:gd name="csX109" fmla="*/ 1528727 w 2176760"/>
              <a:gd name="csY109" fmla="*/ 156870 h 398918"/>
              <a:gd name="csX110" fmla="*/ 1540367 w 2176760"/>
              <a:gd name="csY110" fmla="*/ 217212 h 398918"/>
              <a:gd name="csX111" fmla="*/ 1529137 w 2176760"/>
              <a:gd name="csY111" fmla="*/ 276338 h 398918"/>
              <a:gd name="csX112" fmla="*/ 1499104 w 2176760"/>
              <a:gd name="csY112" fmla="*/ 312057 h 398918"/>
              <a:gd name="csX113" fmla="*/ 1457290 w 2176760"/>
              <a:gd name="csY113" fmla="*/ 323963 h 398918"/>
              <a:gd name="csX114" fmla="*/ 1430096 w 2176760"/>
              <a:gd name="csY114" fmla="*/ 318821 h 398918"/>
              <a:gd name="csX115" fmla="*/ 1410750 w 2176760"/>
              <a:gd name="csY115" fmla="*/ 305292 h 398918"/>
              <a:gd name="csX116" fmla="*/ 1398844 w 2176760"/>
              <a:gd name="csY116" fmla="*/ 287297 h 398918"/>
              <a:gd name="csX117" fmla="*/ 1397492 w 2176760"/>
              <a:gd name="csY117" fmla="*/ 287297 h 398918"/>
              <a:gd name="csX118" fmla="*/ 1397492 w 2176760"/>
              <a:gd name="csY118" fmla="*/ 398918 h 398918"/>
              <a:gd name="csX119" fmla="*/ 1331331 w 2176760"/>
              <a:gd name="csY119" fmla="*/ 398918 h 398918"/>
              <a:gd name="csX120" fmla="*/ 1331331 w 2176760"/>
              <a:gd name="csY120" fmla="*/ 113168 h 398918"/>
              <a:gd name="csX121" fmla="*/ 1396815 w 2176760"/>
              <a:gd name="csY121" fmla="*/ 113168 h 398918"/>
              <a:gd name="csX122" fmla="*/ 1396815 w 2176760"/>
              <a:gd name="csY122" fmla="*/ 148751 h 398918"/>
              <a:gd name="csX123" fmla="*/ 1398844 w 2176760"/>
              <a:gd name="csY123" fmla="*/ 148751 h 398918"/>
              <a:gd name="csX124" fmla="*/ 1410350 w 2176760"/>
              <a:gd name="csY124" fmla="*/ 130486 h 398918"/>
              <a:gd name="csX125" fmla="*/ 1429562 w 2176760"/>
              <a:gd name="csY125" fmla="*/ 116145 h 398918"/>
              <a:gd name="csX126" fmla="*/ 1457699 w 2176760"/>
              <a:gd name="csY126" fmla="*/ 110462 h 398918"/>
              <a:gd name="csX127" fmla="*/ 1121591 w 2176760"/>
              <a:gd name="csY127" fmla="*/ 110462 h 398918"/>
              <a:gd name="csX128" fmla="*/ 1158662 w 2176760"/>
              <a:gd name="csY128" fmla="*/ 121557 h 398918"/>
              <a:gd name="csX129" fmla="*/ 1178283 w 2176760"/>
              <a:gd name="csY129" fmla="*/ 151322 h 398918"/>
              <a:gd name="csX130" fmla="*/ 1180445 w 2176760"/>
              <a:gd name="csY130" fmla="*/ 151322 h 398918"/>
              <a:gd name="csX131" fmla="*/ 1203182 w 2176760"/>
              <a:gd name="csY131" fmla="*/ 121692 h 398918"/>
              <a:gd name="csX132" fmla="*/ 1243091 w 2176760"/>
              <a:gd name="csY132" fmla="*/ 110462 h 398918"/>
              <a:gd name="csX133" fmla="*/ 1290983 w 2176760"/>
              <a:gd name="csY133" fmla="*/ 129404 h 398918"/>
              <a:gd name="csX134" fmla="*/ 1309385 w 2176760"/>
              <a:gd name="csY134" fmla="*/ 181088 h 398918"/>
              <a:gd name="csX135" fmla="*/ 1309385 w 2176760"/>
              <a:gd name="csY135" fmla="*/ 320986 h 398918"/>
              <a:gd name="csX136" fmla="*/ 1243225 w 2176760"/>
              <a:gd name="csY136" fmla="*/ 320986 h 398918"/>
              <a:gd name="csX137" fmla="*/ 1243225 w 2176760"/>
              <a:gd name="csY137" fmla="*/ 196241 h 398918"/>
              <a:gd name="csX138" fmla="*/ 1235243 w 2176760"/>
              <a:gd name="csY138" fmla="*/ 172564 h 398918"/>
              <a:gd name="csX139" fmla="*/ 1214545 w 2176760"/>
              <a:gd name="csY139" fmla="*/ 164311 h 398918"/>
              <a:gd name="csX140" fmla="*/ 1193028 w 2176760"/>
              <a:gd name="csY140" fmla="*/ 173240 h 398918"/>
              <a:gd name="csX141" fmla="*/ 1185322 w 2176760"/>
              <a:gd name="csY141" fmla="*/ 196917 h 398918"/>
              <a:gd name="csX142" fmla="*/ 1185322 w 2176760"/>
              <a:gd name="csY142" fmla="*/ 320986 h 398918"/>
              <a:gd name="csX143" fmla="*/ 1121724 w 2176760"/>
              <a:gd name="csY143" fmla="*/ 320986 h 398918"/>
              <a:gd name="csX144" fmla="*/ 1121724 w 2176760"/>
              <a:gd name="csY144" fmla="*/ 195565 h 398918"/>
              <a:gd name="csX145" fmla="*/ 1113885 w 2176760"/>
              <a:gd name="csY145" fmla="*/ 172699 h 398918"/>
              <a:gd name="csX146" fmla="*/ 1093177 w 2176760"/>
              <a:gd name="csY146" fmla="*/ 164311 h 398918"/>
              <a:gd name="csX147" fmla="*/ 1077890 w 2176760"/>
              <a:gd name="csY147" fmla="*/ 168505 h 398918"/>
              <a:gd name="csX148" fmla="*/ 1067469 w 2176760"/>
              <a:gd name="csY148" fmla="*/ 180141 h 398918"/>
              <a:gd name="csX149" fmla="*/ 1063821 w 2176760"/>
              <a:gd name="csY149" fmla="*/ 198000 h 398918"/>
              <a:gd name="csX150" fmla="*/ 1063821 w 2176760"/>
              <a:gd name="csY150" fmla="*/ 320986 h 398918"/>
              <a:gd name="csX151" fmla="*/ 997661 w 2176760"/>
              <a:gd name="csY151" fmla="*/ 320986 h 398918"/>
              <a:gd name="csX152" fmla="*/ 997661 w 2176760"/>
              <a:gd name="csY152" fmla="*/ 113168 h 398918"/>
              <a:gd name="csX153" fmla="*/ 1060573 w 2176760"/>
              <a:gd name="csY153" fmla="*/ 113168 h 398918"/>
              <a:gd name="csX154" fmla="*/ 1060573 w 2176760"/>
              <a:gd name="csY154" fmla="*/ 151322 h 398918"/>
              <a:gd name="csX155" fmla="*/ 1062869 w 2176760"/>
              <a:gd name="csY155" fmla="*/ 151322 h 398918"/>
              <a:gd name="csX156" fmla="*/ 1084795 w 2176760"/>
              <a:gd name="csY156" fmla="*/ 121421 h 398918"/>
              <a:gd name="csX157" fmla="*/ 1121591 w 2176760"/>
              <a:gd name="csY157" fmla="*/ 110462 h 398918"/>
              <a:gd name="csX158" fmla="*/ 877825 w 2176760"/>
              <a:gd name="csY158" fmla="*/ 110462 h 398918"/>
              <a:gd name="csX159" fmla="*/ 933977 w 2176760"/>
              <a:gd name="csY159" fmla="*/ 123992 h 398918"/>
              <a:gd name="csX160" fmla="*/ 970095 w 2176760"/>
              <a:gd name="csY160" fmla="*/ 161604 h 398918"/>
              <a:gd name="csX161" fmla="*/ 982821 w 2176760"/>
              <a:gd name="csY161" fmla="*/ 217753 h 398918"/>
              <a:gd name="csX162" fmla="*/ 970095 w 2176760"/>
              <a:gd name="csY162" fmla="*/ 273902 h 398918"/>
              <a:gd name="csX163" fmla="*/ 933977 w 2176760"/>
              <a:gd name="csY163" fmla="*/ 311516 h 398918"/>
              <a:gd name="csX164" fmla="*/ 877825 w 2176760"/>
              <a:gd name="csY164" fmla="*/ 324910 h 398918"/>
              <a:gd name="csX165" fmla="*/ 821541 w 2176760"/>
              <a:gd name="csY165" fmla="*/ 311516 h 398918"/>
              <a:gd name="csX166" fmla="*/ 785416 w 2176760"/>
              <a:gd name="csY166" fmla="*/ 273902 h 398918"/>
              <a:gd name="csX167" fmla="*/ 772834 w 2176760"/>
              <a:gd name="csY167" fmla="*/ 217753 h 398918"/>
              <a:gd name="csX168" fmla="*/ 785416 w 2176760"/>
              <a:gd name="csY168" fmla="*/ 161604 h 398918"/>
              <a:gd name="csX169" fmla="*/ 821541 w 2176760"/>
              <a:gd name="csY169" fmla="*/ 123992 h 398918"/>
              <a:gd name="csX170" fmla="*/ 877825 w 2176760"/>
              <a:gd name="csY170" fmla="*/ 110462 h 398918"/>
              <a:gd name="csX171" fmla="*/ 638422 w 2176760"/>
              <a:gd name="csY171" fmla="*/ 40107 h 398918"/>
              <a:gd name="csX172" fmla="*/ 684964 w 2176760"/>
              <a:gd name="csY172" fmla="*/ 47143 h 398918"/>
              <a:gd name="csX173" fmla="*/ 722577 w 2176760"/>
              <a:gd name="csY173" fmla="*/ 67437 h 398918"/>
              <a:gd name="csX174" fmla="*/ 748960 w 2176760"/>
              <a:gd name="csY174" fmla="*/ 100044 h 398918"/>
              <a:gd name="csX175" fmla="*/ 761543 w 2176760"/>
              <a:gd name="csY175" fmla="*/ 144287 h 398918"/>
              <a:gd name="csX176" fmla="*/ 693894 w 2176760"/>
              <a:gd name="csY176" fmla="*/ 144287 h 398918"/>
              <a:gd name="csX177" fmla="*/ 688347 w 2176760"/>
              <a:gd name="csY177" fmla="*/ 125480 h 398918"/>
              <a:gd name="csX178" fmla="*/ 677252 w 2176760"/>
              <a:gd name="csY178" fmla="*/ 111139 h 398918"/>
              <a:gd name="csX179" fmla="*/ 660881 w 2176760"/>
              <a:gd name="csY179" fmla="*/ 102073 h 398918"/>
              <a:gd name="csX180" fmla="*/ 640181 w 2176760"/>
              <a:gd name="csY180" fmla="*/ 98826 h 398918"/>
              <a:gd name="csX181" fmla="*/ 605409 w 2176760"/>
              <a:gd name="csY181" fmla="*/ 108704 h 398918"/>
              <a:gd name="csX182" fmla="*/ 583084 w 2176760"/>
              <a:gd name="csY182" fmla="*/ 137251 h 398918"/>
              <a:gd name="csX183" fmla="*/ 575373 w 2176760"/>
              <a:gd name="csY183" fmla="*/ 182440 h 398918"/>
              <a:gd name="csX184" fmla="*/ 583219 w 2176760"/>
              <a:gd name="csY184" fmla="*/ 228713 h 398918"/>
              <a:gd name="csX185" fmla="*/ 605544 w 2176760"/>
              <a:gd name="csY185" fmla="*/ 256719 h 398918"/>
              <a:gd name="csX186" fmla="*/ 639774 w 2176760"/>
              <a:gd name="csY186" fmla="*/ 266056 h 398918"/>
              <a:gd name="csX187" fmla="*/ 659934 w 2176760"/>
              <a:gd name="csY187" fmla="*/ 263214 h 398918"/>
              <a:gd name="csX188" fmla="*/ 676035 w 2176760"/>
              <a:gd name="csY188" fmla="*/ 254961 h 398918"/>
              <a:gd name="csX189" fmla="*/ 687535 w 2176760"/>
              <a:gd name="csY189" fmla="*/ 241566 h 398918"/>
              <a:gd name="csX190" fmla="*/ 693894 w 2176760"/>
              <a:gd name="csY190" fmla="*/ 223571 h 398918"/>
              <a:gd name="csX191" fmla="*/ 761543 w 2176760"/>
              <a:gd name="csY191" fmla="*/ 223977 h 398918"/>
              <a:gd name="csX192" fmla="*/ 750855 w 2176760"/>
              <a:gd name="csY192" fmla="*/ 260238 h 398918"/>
              <a:gd name="csX193" fmla="*/ 726636 w 2176760"/>
              <a:gd name="csY193" fmla="*/ 292845 h 398918"/>
              <a:gd name="csX194" fmla="*/ 689023 w 2176760"/>
              <a:gd name="csY194" fmla="*/ 316115 h 398918"/>
              <a:gd name="csX195" fmla="*/ 638422 w 2176760"/>
              <a:gd name="csY195" fmla="*/ 324774 h 398918"/>
              <a:gd name="csX196" fmla="*/ 571043 w 2176760"/>
              <a:gd name="csY196" fmla="*/ 308269 h 398918"/>
              <a:gd name="csX197" fmla="*/ 524230 w 2176760"/>
              <a:gd name="csY197" fmla="*/ 259831 h 398918"/>
              <a:gd name="csX198" fmla="*/ 507047 w 2176760"/>
              <a:gd name="csY198" fmla="*/ 182440 h 398918"/>
              <a:gd name="csX199" fmla="*/ 524501 w 2176760"/>
              <a:gd name="csY199" fmla="*/ 104915 h 398918"/>
              <a:gd name="csX200" fmla="*/ 571720 w 2176760"/>
              <a:gd name="csY200" fmla="*/ 56613 h 398918"/>
              <a:gd name="csX201" fmla="*/ 638422 w 2176760"/>
              <a:gd name="csY201" fmla="*/ 40107 h 398918"/>
              <a:gd name="csX202" fmla="*/ 173334 w 2176760"/>
              <a:gd name="csY202" fmla="*/ 388 h 398918"/>
              <a:gd name="csX203" fmla="*/ 203201 w 2176760"/>
              <a:gd name="csY203" fmla="*/ 23874 h 398918"/>
              <a:gd name="csX204" fmla="*/ 207884 w 2176760"/>
              <a:gd name="csY204" fmla="*/ 106674 h 398918"/>
              <a:gd name="csX205" fmla="*/ 205931 w 2176760"/>
              <a:gd name="csY205" fmla="*/ 178674 h 398918"/>
              <a:gd name="csX206" fmla="*/ 245788 w 2176760"/>
              <a:gd name="csY206" fmla="*/ 130013 h 398918"/>
              <a:gd name="csX207" fmla="*/ 275688 w 2176760"/>
              <a:gd name="csY207" fmla="*/ 84730 h 398918"/>
              <a:gd name="csX208" fmla="*/ 354140 w 2176760"/>
              <a:gd name="csY208" fmla="*/ 66519 h 398918"/>
              <a:gd name="csX209" fmla="*/ 361481 w 2176760"/>
              <a:gd name="csY209" fmla="*/ 109150 h 398918"/>
              <a:gd name="csX210" fmla="*/ 338417 w 2176760"/>
              <a:gd name="csY210" fmla="*/ 133682 h 398918"/>
              <a:gd name="csX211" fmla="*/ 219060 w 2176760"/>
              <a:gd name="csY211" fmla="*/ 194763 h 398918"/>
              <a:gd name="csX212" fmla="*/ 346051 w 2176760"/>
              <a:gd name="csY212" fmla="*/ 205287 h 398918"/>
              <a:gd name="csX213" fmla="*/ 380609 w 2176760"/>
              <a:gd name="csY213" fmla="*/ 220765 h 398918"/>
              <a:gd name="csX214" fmla="*/ 394527 w 2176760"/>
              <a:gd name="csY214" fmla="*/ 254303 h 398918"/>
              <a:gd name="csX215" fmla="*/ 353821 w 2176760"/>
              <a:gd name="csY215" fmla="*/ 287105 h 398918"/>
              <a:gd name="csX216" fmla="*/ 311392 w 2176760"/>
              <a:gd name="csY216" fmla="*/ 274570 h 398918"/>
              <a:gd name="csX217" fmla="*/ 277726 w 2176760"/>
              <a:gd name="csY217" fmla="*/ 252008 h 398918"/>
              <a:gd name="csX218" fmla="*/ 212863 w 2176760"/>
              <a:gd name="csY218" fmla="*/ 213786 h 398918"/>
              <a:gd name="csX219" fmla="*/ 237229 w 2176760"/>
              <a:gd name="csY219" fmla="*/ 273082 h 398918"/>
              <a:gd name="csX220" fmla="*/ 269581 w 2176760"/>
              <a:gd name="csY220" fmla="*/ 351281 h 398918"/>
              <a:gd name="csX221" fmla="*/ 246106 w 2176760"/>
              <a:gd name="csY221" fmla="*/ 393988 h 398918"/>
              <a:gd name="csX222" fmla="*/ 246123 w 2176760"/>
              <a:gd name="csY222" fmla="*/ 394009 h 398918"/>
              <a:gd name="csX223" fmla="*/ 198604 w 2176760"/>
              <a:gd name="csY223" fmla="*/ 383786 h 398918"/>
              <a:gd name="csX224" fmla="*/ 186930 w 2176760"/>
              <a:gd name="csY224" fmla="*/ 312064 h 398918"/>
              <a:gd name="csX225" fmla="*/ 191644 w 2176760"/>
              <a:gd name="csY225" fmla="*/ 277111 h 398918"/>
              <a:gd name="csX226" fmla="*/ 191992 w 2176760"/>
              <a:gd name="csY226" fmla="*/ 218052 h 398918"/>
              <a:gd name="csX227" fmla="*/ 146020 w 2176760"/>
              <a:gd name="csY227" fmla="*/ 274836 h 398918"/>
              <a:gd name="csX228" fmla="*/ 113756 w 2176760"/>
              <a:gd name="csY228" fmla="*/ 320504 h 398918"/>
              <a:gd name="csX229" fmla="*/ 90341 w 2176760"/>
              <a:gd name="csY229" fmla="*/ 338935 h 398918"/>
              <a:gd name="csX230" fmla="*/ 42703 w 2176760"/>
              <a:gd name="csY230" fmla="*/ 332486 h 398918"/>
              <a:gd name="csX231" fmla="*/ 32856 w 2176760"/>
              <a:gd name="csY231" fmla="*/ 299410 h 398918"/>
              <a:gd name="csX232" fmla="*/ 48816 w 2176760"/>
              <a:gd name="csY232" fmla="*/ 271999 h 398918"/>
              <a:gd name="csX233" fmla="*/ 74047 w 2176760"/>
              <a:gd name="csY233" fmla="*/ 253899 h 398918"/>
              <a:gd name="csX234" fmla="*/ 112286 w 2176760"/>
              <a:gd name="csY234" fmla="*/ 236591 h 398918"/>
              <a:gd name="csX235" fmla="*/ 177023 w 2176760"/>
              <a:gd name="csY235" fmla="*/ 203107 h 398918"/>
              <a:gd name="csX236" fmla="*/ 34342 w 2176760"/>
              <a:gd name="csY236" fmla="*/ 189387 h 398918"/>
              <a:gd name="csX237" fmla="*/ 2195 w 2176760"/>
              <a:gd name="csY237" fmla="*/ 160436 h 398918"/>
              <a:gd name="csX238" fmla="*/ 35442 w 2176760"/>
              <a:gd name="csY238" fmla="*/ 111700 h 398918"/>
              <a:gd name="csX239" fmla="*/ 126906 w 2176760"/>
              <a:gd name="csY239" fmla="*/ 151097 h 398918"/>
              <a:gd name="csX240" fmla="*/ 185089 w 2176760"/>
              <a:gd name="csY240" fmla="*/ 182501 h 398918"/>
              <a:gd name="csX241" fmla="*/ 160623 w 2176760"/>
              <a:gd name="csY241" fmla="*/ 123937 h 398918"/>
              <a:gd name="csX242" fmla="*/ 134370 w 2176760"/>
              <a:gd name="csY242" fmla="*/ 76024 h 398918"/>
              <a:gd name="csX243" fmla="*/ 127306 w 2176760"/>
              <a:gd name="csY243" fmla="*/ 38705 h 398918"/>
              <a:gd name="csX244" fmla="*/ 173334 w 2176760"/>
              <a:gd name="csY244" fmla="*/ 388 h 3989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</a:cxnLst>
            <a:rect l="l" t="t" r="r" b="b"/>
            <a:pathLst>
              <a:path w="2176760" h="398918">
                <a:moveTo>
                  <a:pt x="1673155" y="227360"/>
                </a:moveTo>
                <a:cubicBezTo>
                  <a:pt x="1671259" y="228352"/>
                  <a:pt x="1668964" y="229254"/>
                  <a:pt x="1666259" y="230065"/>
                </a:cubicBezTo>
                <a:cubicBezTo>
                  <a:pt x="1663639" y="230878"/>
                  <a:pt x="1660753" y="231645"/>
                  <a:pt x="1657600" y="232366"/>
                </a:cubicBezTo>
                <a:cubicBezTo>
                  <a:pt x="1654438" y="233088"/>
                  <a:pt x="1651190" y="233719"/>
                  <a:pt x="1647856" y="234260"/>
                </a:cubicBezTo>
                <a:cubicBezTo>
                  <a:pt x="1644513" y="234801"/>
                  <a:pt x="1641313" y="235297"/>
                  <a:pt x="1638246" y="235748"/>
                </a:cubicBezTo>
                <a:cubicBezTo>
                  <a:pt x="1632026" y="236741"/>
                  <a:pt x="1626701" y="238274"/>
                  <a:pt x="1622282" y="240349"/>
                </a:cubicBezTo>
                <a:cubicBezTo>
                  <a:pt x="1617957" y="242423"/>
                  <a:pt x="1614614" y="245129"/>
                  <a:pt x="1612271" y="248467"/>
                </a:cubicBezTo>
                <a:cubicBezTo>
                  <a:pt x="1610013" y="251714"/>
                  <a:pt x="1608890" y="255592"/>
                  <a:pt x="1608890" y="260103"/>
                </a:cubicBezTo>
                <a:cubicBezTo>
                  <a:pt x="1608890" y="266958"/>
                  <a:pt x="1611328" y="272189"/>
                  <a:pt x="1616195" y="275797"/>
                </a:cubicBezTo>
                <a:cubicBezTo>
                  <a:pt x="1621158" y="279405"/>
                  <a:pt x="1627425" y="281209"/>
                  <a:pt x="1634998" y="281209"/>
                </a:cubicBezTo>
                <a:cubicBezTo>
                  <a:pt x="1642132" y="281209"/>
                  <a:pt x="1648533" y="279765"/>
                  <a:pt x="1654209" y="276879"/>
                </a:cubicBezTo>
                <a:cubicBezTo>
                  <a:pt x="1659991" y="273993"/>
                  <a:pt x="1664592" y="270024"/>
                  <a:pt x="1668011" y="264973"/>
                </a:cubicBezTo>
                <a:cubicBezTo>
                  <a:pt x="1671440" y="259831"/>
                  <a:pt x="1673155" y="253878"/>
                  <a:pt x="1673155" y="247113"/>
                </a:cubicBezTo>
                <a:close/>
                <a:moveTo>
                  <a:pt x="1434430" y="162146"/>
                </a:moveTo>
                <a:cubicBezTo>
                  <a:pt x="1426314" y="162146"/>
                  <a:pt x="1419409" y="164356"/>
                  <a:pt x="1413732" y="168776"/>
                </a:cubicBezTo>
                <a:cubicBezTo>
                  <a:pt x="1408045" y="173195"/>
                  <a:pt x="1403673" y="179510"/>
                  <a:pt x="1400606" y="187717"/>
                </a:cubicBezTo>
                <a:cubicBezTo>
                  <a:pt x="1397625" y="195926"/>
                  <a:pt x="1396139" y="205712"/>
                  <a:pt x="1396139" y="217077"/>
                </a:cubicBezTo>
                <a:cubicBezTo>
                  <a:pt x="1396139" y="228262"/>
                  <a:pt x="1397625" y="238004"/>
                  <a:pt x="1400606" y="246302"/>
                </a:cubicBezTo>
                <a:cubicBezTo>
                  <a:pt x="1403673" y="254600"/>
                  <a:pt x="1408045" y="261049"/>
                  <a:pt x="1413732" y="265649"/>
                </a:cubicBezTo>
                <a:cubicBezTo>
                  <a:pt x="1419504" y="270159"/>
                  <a:pt x="1426400" y="272415"/>
                  <a:pt x="1434430" y="272415"/>
                </a:cubicBezTo>
                <a:cubicBezTo>
                  <a:pt x="1442545" y="272415"/>
                  <a:pt x="1449451" y="270159"/>
                  <a:pt x="1455127" y="265649"/>
                </a:cubicBezTo>
                <a:cubicBezTo>
                  <a:pt x="1460814" y="261049"/>
                  <a:pt x="1465100" y="254600"/>
                  <a:pt x="1467986" y="246302"/>
                </a:cubicBezTo>
                <a:cubicBezTo>
                  <a:pt x="1470958" y="238004"/>
                  <a:pt x="1472444" y="228262"/>
                  <a:pt x="1472444" y="217077"/>
                </a:cubicBezTo>
                <a:cubicBezTo>
                  <a:pt x="1472444" y="205893"/>
                  <a:pt x="1470958" y="196196"/>
                  <a:pt x="1467986" y="187988"/>
                </a:cubicBezTo>
                <a:cubicBezTo>
                  <a:pt x="1465100" y="179780"/>
                  <a:pt x="1460814" y="173421"/>
                  <a:pt x="1455127" y="168911"/>
                </a:cubicBezTo>
                <a:cubicBezTo>
                  <a:pt x="1449536" y="164401"/>
                  <a:pt x="1442640" y="162146"/>
                  <a:pt x="1434430" y="162146"/>
                </a:cubicBezTo>
                <a:close/>
                <a:moveTo>
                  <a:pt x="878231" y="159440"/>
                </a:moveTo>
                <a:cubicBezTo>
                  <a:pt x="870023" y="159440"/>
                  <a:pt x="863077" y="161876"/>
                  <a:pt x="857395" y="166746"/>
                </a:cubicBezTo>
                <a:cubicBezTo>
                  <a:pt x="851802" y="171617"/>
                  <a:pt x="847518" y="178382"/>
                  <a:pt x="844542" y="187041"/>
                </a:cubicBezTo>
                <a:cubicBezTo>
                  <a:pt x="841655" y="195700"/>
                  <a:pt x="840212" y="205802"/>
                  <a:pt x="840212" y="217348"/>
                </a:cubicBezTo>
                <a:cubicBezTo>
                  <a:pt x="840212" y="228713"/>
                  <a:pt x="841655" y="238725"/>
                  <a:pt x="844542" y="247384"/>
                </a:cubicBezTo>
                <a:cubicBezTo>
                  <a:pt x="847518" y="256043"/>
                  <a:pt x="851802" y="262808"/>
                  <a:pt x="857395" y="267679"/>
                </a:cubicBezTo>
                <a:cubicBezTo>
                  <a:pt x="863077" y="272550"/>
                  <a:pt x="870023" y="274985"/>
                  <a:pt x="878231" y="274985"/>
                </a:cubicBezTo>
                <a:cubicBezTo>
                  <a:pt x="886169" y="274985"/>
                  <a:pt x="892889" y="272550"/>
                  <a:pt x="898390" y="267679"/>
                </a:cubicBezTo>
                <a:cubicBezTo>
                  <a:pt x="903893" y="262808"/>
                  <a:pt x="908087" y="256043"/>
                  <a:pt x="910973" y="247384"/>
                </a:cubicBezTo>
                <a:cubicBezTo>
                  <a:pt x="913949" y="238725"/>
                  <a:pt x="915438" y="228713"/>
                  <a:pt x="915438" y="217348"/>
                </a:cubicBezTo>
                <a:cubicBezTo>
                  <a:pt x="915438" y="205802"/>
                  <a:pt x="913949" y="195700"/>
                  <a:pt x="910973" y="187041"/>
                </a:cubicBezTo>
                <a:cubicBezTo>
                  <a:pt x="908087" y="178382"/>
                  <a:pt x="903893" y="171617"/>
                  <a:pt x="898390" y="166746"/>
                </a:cubicBezTo>
                <a:cubicBezTo>
                  <a:pt x="892889" y="161876"/>
                  <a:pt x="886169" y="159440"/>
                  <a:pt x="878231" y="159440"/>
                </a:cubicBezTo>
                <a:close/>
                <a:moveTo>
                  <a:pt x="1958524" y="113168"/>
                </a:moveTo>
                <a:lnTo>
                  <a:pt x="2027789" y="113168"/>
                </a:lnTo>
                <a:lnTo>
                  <a:pt x="2066080" y="261455"/>
                </a:lnTo>
                <a:lnTo>
                  <a:pt x="2068252" y="261455"/>
                </a:lnTo>
                <a:lnTo>
                  <a:pt x="2107076" y="113168"/>
                </a:lnTo>
                <a:lnTo>
                  <a:pt x="2176760" y="113168"/>
                </a:lnTo>
                <a:lnTo>
                  <a:pt x="2098417" y="340875"/>
                </a:lnTo>
                <a:cubicBezTo>
                  <a:pt x="2094627" y="352241"/>
                  <a:pt x="2089264" y="362252"/>
                  <a:pt x="2082320" y="370912"/>
                </a:cubicBezTo>
                <a:cubicBezTo>
                  <a:pt x="2075462" y="379660"/>
                  <a:pt x="2066575" y="386515"/>
                  <a:pt x="2055669" y="391477"/>
                </a:cubicBezTo>
                <a:cubicBezTo>
                  <a:pt x="2044839" y="396438"/>
                  <a:pt x="2031495" y="398918"/>
                  <a:pt x="2015617" y="398918"/>
                </a:cubicBezTo>
                <a:cubicBezTo>
                  <a:pt x="2007682" y="398918"/>
                  <a:pt x="2000196" y="398286"/>
                  <a:pt x="1993157" y="397024"/>
                </a:cubicBezTo>
                <a:cubicBezTo>
                  <a:pt x="1986118" y="395851"/>
                  <a:pt x="1980079" y="394273"/>
                  <a:pt x="1975030" y="392289"/>
                </a:cubicBezTo>
                <a:lnTo>
                  <a:pt x="1989642" y="344258"/>
                </a:lnTo>
                <a:cubicBezTo>
                  <a:pt x="1996138" y="346423"/>
                  <a:pt x="2001996" y="347685"/>
                  <a:pt x="2007225" y="348046"/>
                </a:cubicBezTo>
                <a:cubicBezTo>
                  <a:pt x="2012550" y="348407"/>
                  <a:pt x="2017102" y="347550"/>
                  <a:pt x="2020893" y="345475"/>
                </a:cubicBezTo>
                <a:cubicBezTo>
                  <a:pt x="2024770" y="343491"/>
                  <a:pt x="2027751" y="339928"/>
                  <a:pt x="2029818" y="334787"/>
                </a:cubicBezTo>
                <a:lnTo>
                  <a:pt x="2032390" y="328563"/>
                </a:lnTo>
                <a:close/>
                <a:moveTo>
                  <a:pt x="1888582" y="110462"/>
                </a:moveTo>
                <a:cubicBezTo>
                  <a:pt x="1903193" y="110462"/>
                  <a:pt x="1915861" y="113755"/>
                  <a:pt x="1926596" y="120339"/>
                </a:cubicBezTo>
                <a:cubicBezTo>
                  <a:pt x="1937416" y="126833"/>
                  <a:pt x="1945808" y="135943"/>
                  <a:pt x="1951761" y="147669"/>
                </a:cubicBezTo>
                <a:cubicBezTo>
                  <a:pt x="1957809" y="159305"/>
                  <a:pt x="1960781" y="172925"/>
                  <a:pt x="1960695" y="188530"/>
                </a:cubicBezTo>
                <a:lnTo>
                  <a:pt x="1960695" y="320986"/>
                </a:lnTo>
                <a:lnTo>
                  <a:pt x="1894535" y="320986"/>
                </a:lnTo>
                <a:lnTo>
                  <a:pt x="1894535" y="201518"/>
                </a:lnTo>
                <a:cubicBezTo>
                  <a:pt x="1894621" y="189973"/>
                  <a:pt x="1891687" y="180953"/>
                  <a:pt x="1885734" y="174458"/>
                </a:cubicBezTo>
                <a:cubicBezTo>
                  <a:pt x="1879876" y="167964"/>
                  <a:pt x="1871713" y="164717"/>
                  <a:pt x="1861245" y="164717"/>
                </a:cubicBezTo>
                <a:cubicBezTo>
                  <a:pt x="1854301" y="164717"/>
                  <a:pt x="1848167" y="166250"/>
                  <a:pt x="1842843" y="169317"/>
                </a:cubicBezTo>
                <a:cubicBezTo>
                  <a:pt x="1837613" y="172293"/>
                  <a:pt x="1833556" y="176578"/>
                  <a:pt x="1830670" y="182170"/>
                </a:cubicBezTo>
                <a:cubicBezTo>
                  <a:pt x="1827869" y="187763"/>
                  <a:pt x="1826431" y="194528"/>
                  <a:pt x="1826345" y="202465"/>
                </a:cubicBezTo>
                <a:lnTo>
                  <a:pt x="1826345" y="320986"/>
                </a:lnTo>
                <a:lnTo>
                  <a:pt x="1760175" y="320986"/>
                </a:lnTo>
                <a:lnTo>
                  <a:pt x="1760175" y="113168"/>
                </a:lnTo>
                <a:lnTo>
                  <a:pt x="1823097" y="113168"/>
                </a:lnTo>
                <a:lnTo>
                  <a:pt x="1823097" y="151322"/>
                </a:lnTo>
                <a:lnTo>
                  <a:pt x="1825393" y="151322"/>
                </a:lnTo>
                <a:cubicBezTo>
                  <a:pt x="1829993" y="138604"/>
                  <a:pt x="1837842" y="128638"/>
                  <a:pt x="1848939" y="121421"/>
                </a:cubicBezTo>
                <a:cubicBezTo>
                  <a:pt x="1860026" y="114115"/>
                  <a:pt x="1873246" y="110462"/>
                  <a:pt x="1888582" y="110462"/>
                </a:cubicBezTo>
                <a:close/>
                <a:moveTo>
                  <a:pt x="1646770" y="110462"/>
                </a:moveTo>
                <a:cubicBezTo>
                  <a:pt x="1660029" y="110462"/>
                  <a:pt x="1672250" y="112040"/>
                  <a:pt x="1683442" y="115198"/>
                </a:cubicBezTo>
                <a:cubicBezTo>
                  <a:pt x="1694624" y="118265"/>
                  <a:pt x="1704368" y="122774"/>
                  <a:pt x="1712664" y="128727"/>
                </a:cubicBezTo>
                <a:cubicBezTo>
                  <a:pt x="1720961" y="134591"/>
                  <a:pt x="1727361" y="141806"/>
                  <a:pt x="1731876" y="150375"/>
                </a:cubicBezTo>
                <a:cubicBezTo>
                  <a:pt x="1736477" y="158944"/>
                  <a:pt x="1738772" y="168731"/>
                  <a:pt x="1738772" y="179735"/>
                </a:cubicBezTo>
                <a:lnTo>
                  <a:pt x="1738772" y="320986"/>
                </a:lnTo>
                <a:lnTo>
                  <a:pt x="1676536" y="320986"/>
                </a:lnTo>
                <a:lnTo>
                  <a:pt x="1676536" y="292032"/>
                </a:lnTo>
                <a:lnTo>
                  <a:pt x="1674917" y="292032"/>
                </a:lnTo>
                <a:cubicBezTo>
                  <a:pt x="1671221" y="299068"/>
                  <a:pt x="1666478" y="305021"/>
                  <a:pt x="1660705" y="309892"/>
                </a:cubicBezTo>
                <a:cubicBezTo>
                  <a:pt x="1655029" y="314763"/>
                  <a:pt x="1648304" y="318416"/>
                  <a:pt x="1640551" y="320851"/>
                </a:cubicBezTo>
                <a:cubicBezTo>
                  <a:pt x="1632883" y="323287"/>
                  <a:pt x="1624225" y="324504"/>
                  <a:pt x="1614576" y="324504"/>
                </a:cubicBezTo>
                <a:cubicBezTo>
                  <a:pt x="1601317" y="324504"/>
                  <a:pt x="1589544" y="322294"/>
                  <a:pt x="1579257" y="317875"/>
                </a:cubicBezTo>
                <a:cubicBezTo>
                  <a:pt x="1569066" y="313364"/>
                  <a:pt x="1560998" y="306600"/>
                  <a:pt x="1555045" y="297580"/>
                </a:cubicBezTo>
                <a:cubicBezTo>
                  <a:pt x="1549177" y="288470"/>
                  <a:pt x="1546244" y="277060"/>
                  <a:pt x="1546244" y="263350"/>
                </a:cubicBezTo>
                <a:cubicBezTo>
                  <a:pt x="1546244" y="251803"/>
                  <a:pt x="1548272" y="242062"/>
                  <a:pt x="1552330" y="234125"/>
                </a:cubicBezTo>
                <a:cubicBezTo>
                  <a:pt x="1556397" y="226187"/>
                  <a:pt x="1561988" y="219738"/>
                  <a:pt x="1569113" y="214777"/>
                </a:cubicBezTo>
                <a:cubicBezTo>
                  <a:pt x="1576238" y="209816"/>
                  <a:pt x="1584448" y="206073"/>
                  <a:pt x="1593735" y="203548"/>
                </a:cubicBezTo>
                <a:cubicBezTo>
                  <a:pt x="1603022" y="200931"/>
                  <a:pt x="1612947" y="199173"/>
                  <a:pt x="1623501" y="198271"/>
                </a:cubicBezTo>
                <a:cubicBezTo>
                  <a:pt x="1635321" y="197188"/>
                  <a:pt x="1644837" y="196061"/>
                  <a:pt x="1652047" y="194889"/>
                </a:cubicBezTo>
                <a:cubicBezTo>
                  <a:pt x="1659267" y="193626"/>
                  <a:pt x="1664497" y="191866"/>
                  <a:pt x="1667745" y="189612"/>
                </a:cubicBezTo>
                <a:cubicBezTo>
                  <a:pt x="1671078" y="187267"/>
                  <a:pt x="1672755" y="183974"/>
                  <a:pt x="1672755" y="179735"/>
                </a:cubicBezTo>
                <a:lnTo>
                  <a:pt x="1672755" y="179058"/>
                </a:lnTo>
                <a:cubicBezTo>
                  <a:pt x="1672755" y="172113"/>
                  <a:pt x="1670364" y="166746"/>
                  <a:pt x="1665582" y="162958"/>
                </a:cubicBezTo>
                <a:cubicBezTo>
                  <a:pt x="1660801" y="159170"/>
                  <a:pt x="1654352" y="157275"/>
                  <a:pt x="1646228" y="157275"/>
                </a:cubicBezTo>
                <a:cubicBezTo>
                  <a:pt x="1637484" y="157275"/>
                  <a:pt x="1630445" y="159170"/>
                  <a:pt x="1625130" y="162958"/>
                </a:cubicBezTo>
                <a:cubicBezTo>
                  <a:pt x="1619805" y="166746"/>
                  <a:pt x="1616424" y="171978"/>
                  <a:pt x="1614976" y="178652"/>
                </a:cubicBezTo>
                <a:lnTo>
                  <a:pt x="1553959" y="176487"/>
                </a:lnTo>
                <a:cubicBezTo>
                  <a:pt x="1555759" y="163860"/>
                  <a:pt x="1560407" y="152585"/>
                  <a:pt x="1567894" y="142663"/>
                </a:cubicBezTo>
                <a:cubicBezTo>
                  <a:pt x="1575466" y="132651"/>
                  <a:pt x="1585839" y="124804"/>
                  <a:pt x="1599012" y="119121"/>
                </a:cubicBezTo>
                <a:cubicBezTo>
                  <a:pt x="1612271" y="113349"/>
                  <a:pt x="1628187" y="110462"/>
                  <a:pt x="1646770" y="110462"/>
                </a:cubicBezTo>
                <a:close/>
                <a:moveTo>
                  <a:pt x="1457699" y="110462"/>
                </a:moveTo>
                <a:cubicBezTo>
                  <a:pt x="1472130" y="110462"/>
                  <a:pt x="1485617" y="114251"/>
                  <a:pt x="1498152" y="121827"/>
                </a:cubicBezTo>
                <a:cubicBezTo>
                  <a:pt x="1510782" y="129404"/>
                  <a:pt x="1520974" y="141085"/>
                  <a:pt x="1528727" y="156870"/>
                </a:cubicBezTo>
                <a:cubicBezTo>
                  <a:pt x="1536490" y="172654"/>
                  <a:pt x="1540367" y="192768"/>
                  <a:pt x="1540367" y="217212"/>
                </a:cubicBezTo>
                <a:cubicBezTo>
                  <a:pt x="1540367" y="240754"/>
                  <a:pt x="1536623" y="260463"/>
                  <a:pt x="1529137" y="276338"/>
                </a:cubicBezTo>
                <a:cubicBezTo>
                  <a:pt x="1521745" y="292213"/>
                  <a:pt x="1511725" y="304119"/>
                  <a:pt x="1499104" y="312057"/>
                </a:cubicBezTo>
                <a:cubicBezTo>
                  <a:pt x="1486560" y="319994"/>
                  <a:pt x="1472625" y="323963"/>
                  <a:pt x="1457290" y="323963"/>
                </a:cubicBezTo>
                <a:cubicBezTo>
                  <a:pt x="1446831" y="323963"/>
                  <a:pt x="1437763" y="322249"/>
                  <a:pt x="1430096" y="318821"/>
                </a:cubicBezTo>
                <a:cubicBezTo>
                  <a:pt x="1422428" y="315394"/>
                  <a:pt x="1415980" y="310884"/>
                  <a:pt x="1410750" y="305292"/>
                </a:cubicBezTo>
                <a:cubicBezTo>
                  <a:pt x="1405607" y="299700"/>
                  <a:pt x="1401644" y="293701"/>
                  <a:pt x="1398844" y="287297"/>
                </a:cubicBezTo>
                <a:lnTo>
                  <a:pt x="1397492" y="287297"/>
                </a:lnTo>
                <a:lnTo>
                  <a:pt x="1397492" y="398918"/>
                </a:lnTo>
                <a:lnTo>
                  <a:pt x="1331331" y="398918"/>
                </a:lnTo>
                <a:lnTo>
                  <a:pt x="1331331" y="113168"/>
                </a:lnTo>
                <a:lnTo>
                  <a:pt x="1396815" y="113168"/>
                </a:lnTo>
                <a:lnTo>
                  <a:pt x="1396815" y="148751"/>
                </a:lnTo>
                <a:lnTo>
                  <a:pt x="1398844" y="148751"/>
                </a:lnTo>
                <a:cubicBezTo>
                  <a:pt x="1401549" y="142437"/>
                  <a:pt x="1405388" y="136349"/>
                  <a:pt x="1410350" y="130486"/>
                </a:cubicBezTo>
                <a:cubicBezTo>
                  <a:pt x="1415399" y="124624"/>
                  <a:pt x="1421800" y="119843"/>
                  <a:pt x="1429562" y="116145"/>
                </a:cubicBezTo>
                <a:cubicBezTo>
                  <a:pt x="1437401" y="112356"/>
                  <a:pt x="1446783" y="110462"/>
                  <a:pt x="1457699" y="110462"/>
                </a:cubicBezTo>
                <a:close/>
                <a:moveTo>
                  <a:pt x="1121591" y="110462"/>
                </a:moveTo>
                <a:cubicBezTo>
                  <a:pt x="1136021" y="110462"/>
                  <a:pt x="1148384" y="114160"/>
                  <a:pt x="1158662" y="121557"/>
                </a:cubicBezTo>
                <a:cubicBezTo>
                  <a:pt x="1168949" y="128953"/>
                  <a:pt x="1175483" y="138875"/>
                  <a:pt x="1178283" y="151322"/>
                </a:cubicBezTo>
                <a:lnTo>
                  <a:pt x="1180445" y="151322"/>
                </a:lnTo>
                <a:cubicBezTo>
                  <a:pt x="1184322" y="138965"/>
                  <a:pt x="1191904" y="129088"/>
                  <a:pt x="1203182" y="121692"/>
                </a:cubicBezTo>
                <a:cubicBezTo>
                  <a:pt x="1214450" y="114205"/>
                  <a:pt x="1227756" y="110462"/>
                  <a:pt x="1243091" y="110462"/>
                </a:cubicBezTo>
                <a:cubicBezTo>
                  <a:pt x="1262751" y="110462"/>
                  <a:pt x="1278715" y="116776"/>
                  <a:pt x="1290983" y="129404"/>
                </a:cubicBezTo>
                <a:cubicBezTo>
                  <a:pt x="1303251" y="141942"/>
                  <a:pt x="1309385" y="159170"/>
                  <a:pt x="1309385" y="181088"/>
                </a:cubicBezTo>
                <a:lnTo>
                  <a:pt x="1309385" y="320986"/>
                </a:lnTo>
                <a:lnTo>
                  <a:pt x="1243225" y="320986"/>
                </a:lnTo>
                <a:lnTo>
                  <a:pt x="1243225" y="196241"/>
                </a:lnTo>
                <a:cubicBezTo>
                  <a:pt x="1243225" y="185868"/>
                  <a:pt x="1240567" y="177976"/>
                  <a:pt x="1235243" y="172564"/>
                </a:cubicBezTo>
                <a:cubicBezTo>
                  <a:pt x="1229918" y="167062"/>
                  <a:pt x="1223022" y="164311"/>
                  <a:pt x="1214545" y="164311"/>
                </a:cubicBezTo>
                <a:cubicBezTo>
                  <a:pt x="1205430" y="164311"/>
                  <a:pt x="1198257" y="167287"/>
                  <a:pt x="1193028" y="173240"/>
                </a:cubicBezTo>
                <a:cubicBezTo>
                  <a:pt x="1187885" y="179104"/>
                  <a:pt x="1185322" y="186996"/>
                  <a:pt x="1185322" y="196917"/>
                </a:cubicBezTo>
                <a:lnTo>
                  <a:pt x="1185322" y="320986"/>
                </a:lnTo>
                <a:lnTo>
                  <a:pt x="1121724" y="320986"/>
                </a:lnTo>
                <a:lnTo>
                  <a:pt x="1121724" y="195565"/>
                </a:lnTo>
                <a:cubicBezTo>
                  <a:pt x="1121724" y="185913"/>
                  <a:pt x="1119114" y="178291"/>
                  <a:pt x="1113885" y="172699"/>
                </a:cubicBezTo>
                <a:cubicBezTo>
                  <a:pt x="1108646" y="167107"/>
                  <a:pt x="1101750" y="164311"/>
                  <a:pt x="1093177" y="164311"/>
                </a:cubicBezTo>
                <a:cubicBezTo>
                  <a:pt x="1087405" y="164311"/>
                  <a:pt x="1082309" y="165709"/>
                  <a:pt x="1077890" y="168505"/>
                </a:cubicBezTo>
                <a:cubicBezTo>
                  <a:pt x="1073470" y="171211"/>
                  <a:pt x="1069994" y="175090"/>
                  <a:pt x="1067469" y="180141"/>
                </a:cubicBezTo>
                <a:cubicBezTo>
                  <a:pt x="1065041" y="185192"/>
                  <a:pt x="1063821" y="191145"/>
                  <a:pt x="1063821" y="198000"/>
                </a:cubicBezTo>
                <a:lnTo>
                  <a:pt x="1063821" y="320986"/>
                </a:lnTo>
                <a:lnTo>
                  <a:pt x="997661" y="320986"/>
                </a:lnTo>
                <a:lnTo>
                  <a:pt x="997661" y="113168"/>
                </a:lnTo>
                <a:lnTo>
                  <a:pt x="1060573" y="113168"/>
                </a:lnTo>
                <a:lnTo>
                  <a:pt x="1060573" y="151322"/>
                </a:lnTo>
                <a:lnTo>
                  <a:pt x="1062869" y="151322"/>
                </a:lnTo>
                <a:cubicBezTo>
                  <a:pt x="1067203" y="138694"/>
                  <a:pt x="1074508" y="128727"/>
                  <a:pt x="1084795" y="121421"/>
                </a:cubicBezTo>
                <a:cubicBezTo>
                  <a:pt x="1095073" y="114115"/>
                  <a:pt x="1107341" y="110462"/>
                  <a:pt x="1121591" y="110462"/>
                </a:cubicBezTo>
                <a:close/>
                <a:moveTo>
                  <a:pt x="877825" y="110462"/>
                </a:moveTo>
                <a:cubicBezTo>
                  <a:pt x="899653" y="110462"/>
                  <a:pt x="918370" y="114972"/>
                  <a:pt x="933977" y="123992"/>
                </a:cubicBezTo>
                <a:cubicBezTo>
                  <a:pt x="949664" y="132922"/>
                  <a:pt x="961713" y="145460"/>
                  <a:pt x="970095" y="161604"/>
                </a:cubicBezTo>
                <a:cubicBezTo>
                  <a:pt x="978573" y="177661"/>
                  <a:pt x="982821" y="196376"/>
                  <a:pt x="982821" y="217753"/>
                </a:cubicBezTo>
                <a:cubicBezTo>
                  <a:pt x="982821" y="239041"/>
                  <a:pt x="978573" y="257756"/>
                  <a:pt x="970095" y="273902"/>
                </a:cubicBezTo>
                <a:cubicBezTo>
                  <a:pt x="961713" y="289958"/>
                  <a:pt x="949664" y="302495"/>
                  <a:pt x="933977" y="311516"/>
                </a:cubicBezTo>
                <a:cubicBezTo>
                  <a:pt x="918370" y="320445"/>
                  <a:pt x="899653" y="324910"/>
                  <a:pt x="877825" y="324910"/>
                </a:cubicBezTo>
                <a:cubicBezTo>
                  <a:pt x="855997" y="324910"/>
                  <a:pt x="837236" y="320445"/>
                  <a:pt x="821541" y="311516"/>
                </a:cubicBezTo>
                <a:cubicBezTo>
                  <a:pt x="805937" y="302495"/>
                  <a:pt x="793895" y="289958"/>
                  <a:pt x="785416" y="273902"/>
                </a:cubicBezTo>
                <a:cubicBezTo>
                  <a:pt x="777027" y="257756"/>
                  <a:pt x="772834" y="239041"/>
                  <a:pt x="772834" y="217753"/>
                </a:cubicBezTo>
                <a:cubicBezTo>
                  <a:pt x="772834" y="196376"/>
                  <a:pt x="777027" y="177661"/>
                  <a:pt x="785416" y="161604"/>
                </a:cubicBezTo>
                <a:cubicBezTo>
                  <a:pt x="793895" y="145460"/>
                  <a:pt x="805937" y="132922"/>
                  <a:pt x="821541" y="123992"/>
                </a:cubicBezTo>
                <a:cubicBezTo>
                  <a:pt x="837236" y="114972"/>
                  <a:pt x="855997" y="110462"/>
                  <a:pt x="877825" y="110462"/>
                </a:cubicBezTo>
                <a:close/>
                <a:moveTo>
                  <a:pt x="638422" y="40107"/>
                </a:moveTo>
                <a:cubicBezTo>
                  <a:pt x="655199" y="40107"/>
                  <a:pt x="670713" y="42452"/>
                  <a:pt x="684964" y="47143"/>
                </a:cubicBezTo>
                <a:cubicBezTo>
                  <a:pt x="699216" y="51743"/>
                  <a:pt x="711754" y="58508"/>
                  <a:pt x="722577" y="67437"/>
                </a:cubicBezTo>
                <a:cubicBezTo>
                  <a:pt x="733401" y="76277"/>
                  <a:pt x="742195" y="87146"/>
                  <a:pt x="748960" y="100044"/>
                </a:cubicBezTo>
                <a:cubicBezTo>
                  <a:pt x="755725" y="112942"/>
                  <a:pt x="759920" y="127690"/>
                  <a:pt x="761543" y="144287"/>
                </a:cubicBezTo>
                <a:lnTo>
                  <a:pt x="693894" y="144287"/>
                </a:lnTo>
                <a:cubicBezTo>
                  <a:pt x="692992" y="137341"/>
                  <a:pt x="691142" y="131073"/>
                  <a:pt x="688347" y="125480"/>
                </a:cubicBezTo>
                <a:cubicBezTo>
                  <a:pt x="685550" y="119888"/>
                  <a:pt x="681853" y="115107"/>
                  <a:pt x="677252" y="111139"/>
                </a:cubicBezTo>
                <a:cubicBezTo>
                  <a:pt x="672652" y="107170"/>
                  <a:pt x="667195" y="104148"/>
                  <a:pt x="660881" y="102073"/>
                </a:cubicBezTo>
                <a:cubicBezTo>
                  <a:pt x="654657" y="99909"/>
                  <a:pt x="647757" y="98826"/>
                  <a:pt x="640181" y="98826"/>
                </a:cubicBezTo>
                <a:cubicBezTo>
                  <a:pt x="626741" y="98826"/>
                  <a:pt x="615150" y="102119"/>
                  <a:pt x="605409" y="108704"/>
                </a:cubicBezTo>
                <a:cubicBezTo>
                  <a:pt x="595757" y="115288"/>
                  <a:pt x="588316" y="124804"/>
                  <a:pt x="583084" y="137251"/>
                </a:cubicBezTo>
                <a:cubicBezTo>
                  <a:pt x="577943" y="149698"/>
                  <a:pt x="575373" y="164762"/>
                  <a:pt x="575373" y="182440"/>
                </a:cubicBezTo>
                <a:cubicBezTo>
                  <a:pt x="575373" y="200842"/>
                  <a:pt x="577988" y="216266"/>
                  <a:pt x="583219" y="228713"/>
                </a:cubicBezTo>
                <a:cubicBezTo>
                  <a:pt x="588542" y="241070"/>
                  <a:pt x="595983" y="250406"/>
                  <a:pt x="605544" y="256719"/>
                </a:cubicBezTo>
                <a:cubicBezTo>
                  <a:pt x="615196" y="262943"/>
                  <a:pt x="626606" y="266056"/>
                  <a:pt x="639774" y="266056"/>
                </a:cubicBezTo>
                <a:cubicBezTo>
                  <a:pt x="647171" y="266056"/>
                  <a:pt x="653891" y="265108"/>
                  <a:pt x="659934" y="263214"/>
                </a:cubicBezTo>
                <a:cubicBezTo>
                  <a:pt x="666068" y="261320"/>
                  <a:pt x="671434" y="258569"/>
                  <a:pt x="676035" y="254961"/>
                </a:cubicBezTo>
                <a:cubicBezTo>
                  <a:pt x="680725" y="251262"/>
                  <a:pt x="684559" y="246798"/>
                  <a:pt x="687535" y="241566"/>
                </a:cubicBezTo>
                <a:cubicBezTo>
                  <a:pt x="690601" y="236244"/>
                  <a:pt x="692722" y="230246"/>
                  <a:pt x="693894" y="223571"/>
                </a:cubicBezTo>
                <a:lnTo>
                  <a:pt x="761543" y="223977"/>
                </a:lnTo>
                <a:cubicBezTo>
                  <a:pt x="760370" y="236244"/>
                  <a:pt x="756808" y="248332"/>
                  <a:pt x="750855" y="260238"/>
                </a:cubicBezTo>
                <a:cubicBezTo>
                  <a:pt x="744991" y="272144"/>
                  <a:pt x="736919" y="283013"/>
                  <a:pt x="726636" y="292845"/>
                </a:cubicBezTo>
                <a:cubicBezTo>
                  <a:pt x="716353" y="302586"/>
                  <a:pt x="703815" y="310343"/>
                  <a:pt x="689023" y="316115"/>
                </a:cubicBezTo>
                <a:cubicBezTo>
                  <a:pt x="674320" y="321888"/>
                  <a:pt x="657453" y="324774"/>
                  <a:pt x="638422" y="324774"/>
                </a:cubicBezTo>
                <a:cubicBezTo>
                  <a:pt x="613346" y="324774"/>
                  <a:pt x="590887" y="319273"/>
                  <a:pt x="571043" y="308269"/>
                </a:cubicBezTo>
                <a:cubicBezTo>
                  <a:pt x="551290" y="297174"/>
                  <a:pt x="535685" y="281028"/>
                  <a:pt x="524230" y="259831"/>
                </a:cubicBezTo>
                <a:cubicBezTo>
                  <a:pt x="512774" y="238635"/>
                  <a:pt x="507047" y="212838"/>
                  <a:pt x="507047" y="182440"/>
                </a:cubicBezTo>
                <a:cubicBezTo>
                  <a:pt x="507047" y="151954"/>
                  <a:pt x="512865" y="126111"/>
                  <a:pt x="524501" y="104915"/>
                </a:cubicBezTo>
                <a:cubicBezTo>
                  <a:pt x="536136" y="83719"/>
                  <a:pt x="551875" y="67617"/>
                  <a:pt x="571720" y="56613"/>
                </a:cubicBezTo>
                <a:cubicBezTo>
                  <a:pt x="591563" y="45609"/>
                  <a:pt x="613798" y="40107"/>
                  <a:pt x="638422" y="40107"/>
                </a:cubicBezTo>
                <a:close/>
                <a:moveTo>
                  <a:pt x="173334" y="388"/>
                </a:moveTo>
                <a:cubicBezTo>
                  <a:pt x="186670" y="2248"/>
                  <a:pt x="197402" y="11984"/>
                  <a:pt x="203201" y="23874"/>
                </a:cubicBezTo>
                <a:cubicBezTo>
                  <a:pt x="214933" y="47918"/>
                  <a:pt x="211403" y="79576"/>
                  <a:pt x="207884" y="106674"/>
                </a:cubicBezTo>
                <a:cubicBezTo>
                  <a:pt x="204763" y="130701"/>
                  <a:pt x="203452" y="154195"/>
                  <a:pt x="205931" y="178674"/>
                </a:cubicBezTo>
                <a:cubicBezTo>
                  <a:pt x="221741" y="163892"/>
                  <a:pt x="234810" y="148167"/>
                  <a:pt x="245788" y="130013"/>
                </a:cubicBezTo>
                <a:cubicBezTo>
                  <a:pt x="255305" y="114275"/>
                  <a:pt x="264514" y="99287"/>
                  <a:pt x="275688" y="84730"/>
                </a:cubicBezTo>
                <a:cubicBezTo>
                  <a:pt x="295615" y="58793"/>
                  <a:pt x="331178" y="44782"/>
                  <a:pt x="354140" y="66519"/>
                </a:cubicBezTo>
                <a:cubicBezTo>
                  <a:pt x="366138" y="77877"/>
                  <a:pt x="368405" y="94413"/>
                  <a:pt x="361481" y="109150"/>
                </a:cubicBezTo>
                <a:cubicBezTo>
                  <a:pt x="356496" y="119751"/>
                  <a:pt x="348431" y="127338"/>
                  <a:pt x="338417" y="133682"/>
                </a:cubicBezTo>
                <a:cubicBezTo>
                  <a:pt x="299555" y="158314"/>
                  <a:pt x="257847" y="168744"/>
                  <a:pt x="219060" y="194763"/>
                </a:cubicBezTo>
                <a:cubicBezTo>
                  <a:pt x="262060" y="207233"/>
                  <a:pt x="302501" y="197602"/>
                  <a:pt x="346051" y="205287"/>
                </a:cubicBezTo>
                <a:cubicBezTo>
                  <a:pt x="359029" y="207580"/>
                  <a:pt x="370824" y="211988"/>
                  <a:pt x="380609" y="220765"/>
                </a:cubicBezTo>
                <a:cubicBezTo>
                  <a:pt x="390125" y="229305"/>
                  <a:pt x="396469" y="241297"/>
                  <a:pt x="394527" y="254303"/>
                </a:cubicBezTo>
                <a:cubicBezTo>
                  <a:pt x="391541" y="274329"/>
                  <a:pt x="373826" y="287861"/>
                  <a:pt x="353821" y="287105"/>
                </a:cubicBezTo>
                <a:cubicBezTo>
                  <a:pt x="338567" y="286536"/>
                  <a:pt x="324021" y="283032"/>
                  <a:pt x="311392" y="274570"/>
                </a:cubicBezTo>
                <a:lnTo>
                  <a:pt x="277726" y="252008"/>
                </a:lnTo>
                <a:cubicBezTo>
                  <a:pt x="257760" y="236529"/>
                  <a:pt x="236851" y="223551"/>
                  <a:pt x="212863" y="213786"/>
                </a:cubicBezTo>
                <a:cubicBezTo>
                  <a:pt x="218022" y="235690"/>
                  <a:pt x="226890" y="254326"/>
                  <a:pt x="237229" y="273082"/>
                </a:cubicBezTo>
                <a:cubicBezTo>
                  <a:pt x="248840" y="294146"/>
                  <a:pt x="268664" y="330703"/>
                  <a:pt x="269581" y="351281"/>
                </a:cubicBezTo>
                <a:cubicBezTo>
                  <a:pt x="270328" y="368047"/>
                  <a:pt x="262802" y="386479"/>
                  <a:pt x="246106" y="393988"/>
                </a:cubicBezTo>
                <a:lnTo>
                  <a:pt x="246123" y="394009"/>
                </a:lnTo>
                <a:cubicBezTo>
                  <a:pt x="229900" y="401309"/>
                  <a:pt x="210298" y="395495"/>
                  <a:pt x="198604" y="383786"/>
                </a:cubicBezTo>
                <a:cubicBezTo>
                  <a:pt x="184847" y="370016"/>
                  <a:pt x="184037" y="333452"/>
                  <a:pt x="186930" y="312064"/>
                </a:cubicBezTo>
                <a:lnTo>
                  <a:pt x="191644" y="277111"/>
                </a:lnTo>
                <a:cubicBezTo>
                  <a:pt x="194287" y="257526"/>
                  <a:pt x="194809" y="238559"/>
                  <a:pt x="191992" y="218052"/>
                </a:cubicBezTo>
                <a:cubicBezTo>
                  <a:pt x="173570" y="235277"/>
                  <a:pt x="158986" y="253976"/>
                  <a:pt x="146020" y="274836"/>
                </a:cubicBezTo>
                <a:cubicBezTo>
                  <a:pt x="136006" y="290953"/>
                  <a:pt x="126016" y="306071"/>
                  <a:pt x="113756" y="320504"/>
                </a:cubicBezTo>
                <a:cubicBezTo>
                  <a:pt x="107152" y="328281"/>
                  <a:pt x="99665" y="334654"/>
                  <a:pt x="90341" y="338935"/>
                </a:cubicBezTo>
                <a:cubicBezTo>
                  <a:pt x="74347" y="346272"/>
                  <a:pt x="55558" y="343990"/>
                  <a:pt x="42703" y="332486"/>
                </a:cubicBezTo>
                <a:cubicBezTo>
                  <a:pt x="32867" y="323684"/>
                  <a:pt x="29361" y="311880"/>
                  <a:pt x="32856" y="299410"/>
                </a:cubicBezTo>
                <a:cubicBezTo>
                  <a:pt x="35788" y="288932"/>
                  <a:pt x="40995" y="279759"/>
                  <a:pt x="48816" y="271999"/>
                </a:cubicBezTo>
                <a:cubicBezTo>
                  <a:pt x="56637" y="264238"/>
                  <a:pt x="64390" y="258269"/>
                  <a:pt x="74047" y="253899"/>
                </a:cubicBezTo>
                <a:lnTo>
                  <a:pt x="112286" y="236591"/>
                </a:lnTo>
                <a:cubicBezTo>
                  <a:pt x="134459" y="226552"/>
                  <a:pt x="156171" y="217129"/>
                  <a:pt x="177023" y="203107"/>
                </a:cubicBezTo>
                <a:cubicBezTo>
                  <a:pt x="130757" y="189762"/>
                  <a:pt x="75788" y="200667"/>
                  <a:pt x="34342" y="189387"/>
                </a:cubicBezTo>
                <a:cubicBezTo>
                  <a:pt x="19195" y="185266"/>
                  <a:pt x="7530" y="173937"/>
                  <a:pt x="2195" y="160436"/>
                </a:cubicBezTo>
                <a:cubicBezTo>
                  <a:pt x="-6235" y="139108"/>
                  <a:pt x="10629" y="114031"/>
                  <a:pt x="35442" y="111700"/>
                </a:cubicBezTo>
                <a:cubicBezTo>
                  <a:pt x="71031" y="108367"/>
                  <a:pt x="99045" y="131096"/>
                  <a:pt x="126906" y="151097"/>
                </a:cubicBezTo>
                <a:cubicBezTo>
                  <a:pt x="144936" y="164035"/>
                  <a:pt x="163360" y="175189"/>
                  <a:pt x="185089" y="182501"/>
                </a:cubicBezTo>
                <a:cubicBezTo>
                  <a:pt x="179560" y="160787"/>
                  <a:pt x="171367" y="142135"/>
                  <a:pt x="160623" y="123937"/>
                </a:cubicBezTo>
                <a:cubicBezTo>
                  <a:pt x="151216" y="108014"/>
                  <a:pt x="142020" y="92867"/>
                  <a:pt x="134370" y="76024"/>
                </a:cubicBezTo>
                <a:cubicBezTo>
                  <a:pt x="128924" y="64030"/>
                  <a:pt x="126206" y="51838"/>
                  <a:pt x="127306" y="38705"/>
                </a:cubicBezTo>
                <a:cubicBezTo>
                  <a:pt x="129270" y="15210"/>
                  <a:pt x="149618" y="-2908"/>
                  <a:pt x="173334" y="388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4F82F139-30A2-B5D6-E015-4CE4DE304FE3}"/>
              </a:ext>
            </a:extLst>
          </p:cNvPr>
          <p:cNvSpPr>
            <a:spLocks noChangeAspect="1"/>
          </p:cNvSpPr>
          <p:nvPr/>
        </p:nvSpPr>
        <p:spPr>
          <a:xfrm>
            <a:off x="6593512" y="5108362"/>
            <a:ext cx="1798975" cy="329685"/>
          </a:xfrm>
          <a:custGeom>
            <a:avLst/>
            <a:gdLst>
              <a:gd name="csX0" fmla="*/ 1673155 w 2176760"/>
              <a:gd name="csY0" fmla="*/ 227360 h 398918"/>
              <a:gd name="csX1" fmla="*/ 1666259 w 2176760"/>
              <a:gd name="csY1" fmla="*/ 230065 h 398918"/>
              <a:gd name="csX2" fmla="*/ 1657600 w 2176760"/>
              <a:gd name="csY2" fmla="*/ 232366 h 398918"/>
              <a:gd name="csX3" fmla="*/ 1647856 w 2176760"/>
              <a:gd name="csY3" fmla="*/ 234260 h 398918"/>
              <a:gd name="csX4" fmla="*/ 1638246 w 2176760"/>
              <a:gd name="csY4" fmla="*/ 235748 h 398918"/>
              <a:gd name="csX5" fmla="*/ 1622282 w 2176760"/>
              <a:gd name="csY5" fmla="*/ 240349 h 398918"/>
              <a:gd name="csX6" fmla="*/ 1612271 w 2176760"/>
              <a:gd name="csY6" fmla="*/ 248467 h 398918"/>
              <a:gd name="csX7" fmla="*/ 1608890 w 2176760"/>
              <a:gd name="csY7" fmla="*/ 260103 h 398918"/>
              <a:gd name="csX8" fmla="*/ 1616195 w 2176760"/>
              <a:gd name="csY8" fmla="*/ 275797 h 398918"/>
              <a:gd name="csX9" fmla="*/ 1634998 w 2176760"/>
              <a:gd name="csY9" fmla="*/ 281209 h 398918"/>
              <a:gd name="csX10" fmla="*/ 1654209 w 2176760"/>
              <a:gd name="csY10" fmla="*/ 276879 h 398918"/>
              <a:gd name="csX11" fmla="*/ 1668011 w 2176760"/>
              <a:gd name="csY11" fmla="*/ 264973 h 398918"/>
              <a:gd name="csX12" fmla="*/ 1673155 w 2176760"/>
              <a:gd name="csY12" fmla="*/ 247113 h 398918"/>
              <a:gd name="csX13" fmla="*/ 1434430 w 2176760"/>
              <a:gd name="csY13" fmla="*/ 162146 h 398918"/>
              <a:gd name="csX14" fmla="*/ 1413732 w 2176760"/>
              <a:gd name="csY14" fmla="*/ 168776 h 398918"/>
              <a:gd name="csX15" fmla="*/ 1400606 w 2176760"/>
              <a:gd name="csY15" fmla="*/ 187717 h 398918"/>
              <a:gd name="csX16" fmla="*/ 1396139 w 2176760"/>
              <a:gd name="csY16" fmla="*/ 217077 h 398918"/>
              <a:gd name="csX17" fmla="*/ 1400606 w 2176760"/>
              <a:gd name="csY17" fmla="*/ 246302 h 398918"/>
              <a:gd name="csX18" fmla="*/ 1413732 w 2176760"/>
              <a:gd name="csY18" fmla="*/ 265649 h 398918"/>
              <a:gd name="csX19" fmla="*/ 1434430 w 2176760"/>
              <a:gd name="csY19" fmla="*/ 272415 h 398918"/>
              <a:gd name="csX20" fmla="*/ 1455127 w 2176760"/>
              <a:gd name="csY20" fmla="*/ 265649 h 398918"/>
              <a:gd name="csX21" fmla="*/ 1467986 w 2176760"/>
              <a:gd name="csY21" fmla="*/ 246302 h 398918"/>
              <a:gd name="csX22" fmla="*/ 1472444 w 2176760"/>
              <a:gd name="csY22" fmla="*/ 217077 h 398918"/>
              <a:gd name="csX23" fmla="*/ 1467986 w 2176760"/>
              <a:gd name="csY23" fmla="*/ 187988 h 398918"/>
              <a:gd name="csX24" fmla="*/ 1455127 w 2176760"/>
              <a:gd name="csY24" fmla="*/ 168911 h 398918"/>
              <a:gd name="csX25" fmla="*/ 1434430 w 2176760"/>
              <a:gd name="csY25" fmla="*/ 162146 h 398918"/>
              <a:gd name="csX26" fmla="*/ 878231 w 2176760"/>
              <a:gd name="csY26" fmla="*/ 159440 h 398918"/>
              <a:gd name="csX27" fmla="*/ 857395 w 2176760"/>
              <a:gd name="csY27" fmla="*/ 166746 h 398918"/>
              <a:gd name="csX28" fmla="*/ 844542 w 2176760"/>
              <a:gd name="csY28" fmla="*/ 187041 h 398918"/>
              <a:gd name="csX29" fmla="*/ 840212 w 2176760"/>
              <a:gd name="csY29" fmla="*/ 217348 h 398918"/>
              <a:gd name="csX30" fmla="*/ 844542 w 2176760"/>
              <a:gd name="csY30" fmla="*/ 247384 h 398918"/>
              <a:gd name="csX31" fmla="*/ 857395 w 2176760"/>
              <a:gd name="csY31" fmla="*/ 267679 h 398918"/>
              <a:gd name="csX32" fmla="*/ 878231 w 2176760"/>
              <a:gd name="csY32" fmla="*/ 274985 h 398918"/>
              <a:gd name="csX33" fmla="*/ 898390 w 2176760"/>
              <a:gd name="csY33" fmla="*/ 267679 h 398918"/>
              <a:gd name="csX34" fmla="*/ 910973 w 2176760"/>
              <a:gd name="csY34" fmla="*/ 247384 h 398918"/>
              <a:gd name="csX35" fmla="*/ 915438 w 2176760"/>
              <a:gd name="csY35" fmla="*/ 217348 h 398918"/>
              <a:gd name="csX36" fmla="*/ 910973 w 2176760"/>
              <a:gd name="csY36" fmla="*/ 187041 h 398918"/>
              <a:gd name="csX37" fmla="*/ 898390 w 2176760"/>
              <a:gd name="csY37" fmla="*/ 166746 h 398918"/>
              <a:gd name="csX38" fmla="*/ 878231 w 2176760"/>
              <a:gd name="csY38" fmla="*/ 159440 h 398918"/>
              <a:gd name="csX39" fmla="*/ 1958524 w 2176760"/>
              <a:gd name="csY39" fmla="*/ 113168 h 398918"/>
              <a:gd name="csX40" fmla="*/ 2027789 w 2176760"/>
              <a:gd name="csY40" fmla="*/ 113168 h 398918"/>
              <a:gd name="csX41" fmla="*/ 2066080 w 2176760"/>
              <a:gd name="csY41" fmla="*/ 261455 h 398918"/>
              <a:gd name="csX42" fmla="*/ 2068252 w 2176760"/>
              <a:gd name="csY42" fmla="*/ 261455 h 398918"/>
              <a:gd name="csX43" fmla="*/ 2107076 w 2176760"/>
              <a:gd name="csY43" fmla="*/ 113168 h 398918"/>
              <a:gd name="csX44" fmla="*/ 2176760 w 2176760"/>
              <a:gd name="csY44" fmla="*/ 113168 h 398918"/>
              <a:gd name="csX45" fmla="*/ 2098417 w 2176760"/>
              <a:gd name="csY45" fmla="*/ 340875 h 398918"/>
              <a:gd name="csX46" fmla="*/ 2082320 w 2176760"/>
              <a:gd name="csY46" fmla="*/ 370912 h 398918"/>
              <a:gd name="csX47" fmla="*/ 2055669 w 2176760"/>
              <a:gd name="csY47" fmla="*/ 391477 h 398918"/>
              <a:gd name="csX48" fmla="*/ 2015617 w 2176760"/>
              <a:gd name="csY48" fmla="*/ 398918 h 398918"/>
              <a:gd name="csX49" fmla="*/ 1993157 w 2176760"/>
              <a:gd name="csY49" fmla="*/ 397024 h 398918"/>
              <a:gd name="csX50" fmla="*/ 1975030 w 2176760"/>
              <a:gd name="csY50" fmla="*/ 392289 h 398918"/>
              <a:gd name="csX51" fmla="*/ 1989642 w 2176760"/>
              <a:gd name="csY51" fmla="*/ 344258 h 398918"/>
              <a:gd name="csX52" fmla="*/ 2007225 w 2176760"/>
              <a:gd name="csY52" fmla="*/ 348046 h 398918"/>
              <a:gd name="csX53" fmla="*/ 2020893 w 2176760"/>
              <a:gd name="csY53" fmla="*/ 345475 h 398918"/>
              <a:gd name="csX54" fmla="*/ 2029818 w 2176760"/>
              <a:gd name="csY54" fmla="*/ 334787 h 398918"/>
              <a:gd name="csX55" fmla="*/ 2032390 w 2176760"/>
              <a:gd name="csY55" fmla="*/ 328563 h 398918"/>
              <a:gd name="csX56" fmla="*/ 1888582 w 2176760"/>
              <a:gd name="csY56" fmla="*/ 110462 h 398918"/>
              <a:gd name="csX57" fmla="*/ 1926596 w 2176760"/>
              <a:gd name="csY57" fmla="*/ 120339 h 398918"/>
              <a:gd name="csX58" fmla="*/ 1951761 w 2176760"/>
              <a:gd name="csY58" fmla="*/ 147669 h 398918"/>
              <a:gd name="csX59" fmla="*/ 1960695 w 2176760"/>
              <a:gd name="csY59" fmla="*/ 188530 h 398918"/>
              <a:gd name="csX60" fmla="*/ 1960695 w 2176760"/>
              <a:gd name="csY60" fmla="*/ 320986 h 398918"/>
              <a:gd name="csX61" fmla="*/ 1894535 w 2176760"/>
              <a:gd name="csY61" fmla="*/ 320986 h 398918"/>
              <a:gd name="csX62" fmla="*/ 1894535 w 2176760"/>
              <a:gd name="csY62" fmla="*/ 201518 h 398918"/>
              <a:gd name="csX63" fmla="*/ 1885734 w 2176760"/>
              <a:gd name="csY63" fmla="*/ 174458 h 398918"/>
              <a:gd name="csX64" fmla="*/ 1861245 w 2176760"/>
              <a:gd name="csY64" fmla="*/ 164717 h 398918"/>
              <a:gd name="csX65" fmla="*/ 1842843 w 2176760"/>
              <a:gd name="csY65" fmla="*/ 169317 h 398918"/>
              <a:gd name="csX66" fmla="*/ 1830670 w 2176760"/>
              <a:gd name="csY66" fmla="*/ 182170 h 398918"/>
              <a:gd name="csX67" fmla="*/ 1826345 w 2176760"/>
              <a:gd name="csY67" fmla="*/ 202465 h 398918"/>
              <a:gd name="csX68" fmla="*/ 1826345 w 2176760"/>
              <a:gd name="csY68" fmla="*/ 320986 h 398918"/>
              <a:gd name="csX69" fmla="*/ 1760175 w 2176760"/>
              <a:gd name="csY69" fmla="*/ 320986 h 398918"/>
              <a:gd name="csX70" fmla="*/ 1760175 w 2176760"/>
              <a:gd name="csY70" fmla="*/ 113168 h 398918"/>
              <a:gd name="csX71" fmla="*/ 1823097 w 2176760"/>
              <a:gd name="csY71" fmla="*/ 113168 h 398918"/>
              <a:gd name="csX72" fmla="*/ 1823097 w 2176760"/>
              <a:gd name="csY72" fmla="*/ 151322 h 398918"/>
              <a:gd name="csX73" fmla="*/ 1825393 w 2176760"/>
              <a:gd name="csY73" fmla="*/ 151322 h 398918"/>
              <a:gd name="csX74" fmla="*/ 1848939 w 2176760"/>
              <a:gd name="csY74" fmla="*/ 121421 h 398918"/>
              <a:gd name="csX75" fmla="*/ 1888582 w 2176760"/>
              <a:gd name="csY75" fmla="*/ 110462 h 398918"/>
              <a:gd name="csX76" fmla="*/ 1646770 w 2176760"/>
              <a:gd name="csY76" fmla="*/ 110462 h 398918"/>
              <a:gd name="csX77" fmla="*/ 1683442 w 2176760"/>
              <a:gd name="csY77" fmla="*/ 115198 h 398918"/>
              <a:gd name="csX78" fmla="*/ 1712664 w 2176760"/>
              <a:gd name="csY78" fmla="*/ 128727 h 398918"/>
              <a:gd name="csX79" fmla="*/ 1731876 w 2176760"/>
              <a:gd name="csY79" fmla="*/ 150375 h 398918"/>
              <a:gd name="csX80" fmla="*/ 1738772 w 2176760"/>
              <a:gd name="csY80" fmla="*/ 179735 h 398918"/>
              <a:gd name="csX81" fmla="*/ 1738772 w 2176760"/>
              <a:gd name="csY81" fmla="*/ 320986 h 398918"/>
              <a:gd name="csX82" fmla="*/ 1676536 w 2176760"/>
              <a:gd name="csY82" fmla="*/ 320986 h 398918"/>
              <a:gd name="csX83" fmla="*/ 1676536 w 2176760"/>
              <a:gd name="csY83" fmla="*/ 292032 h 398918"/>
              <a:gd name="csX84" fmla="*/ 1674917 w 2176760"/>
              <a:gd name="csY84" fmla="*/ 292032 h 398918"/>
              <a:gd name="csX85" fmla="*/ 1660705 w 2176760"/>
              <a:gd name="csY85" fmla="*/ 309892 h 398918"/>
              <a:gd name="csX86" fmla="*/ 1640551 w 2176760"/>
              <a:gd name="csY86" fmla="*/ 320851 h 398918"/>
              <a:gd name="csX87" fmla="*/ 1614576 w 2176760"/>
              <a:gd name="csY87" fmla="*/ 324504 h 398918"/>
              <a:gd name="csX88" fmla="*/ 1579257 w 2176760"/>
              <a:gd name="csY88" fmla="*/ 317875 h 398918"/>
              <a:gd name="csX89" fmla="*/ 1555045 w 2176760"/>
              <a:gd name="csY89" fmla="*/ 297580 h 398918"/>
              <a:gd name="csX90" fmla="*/ 1546244 w 2176760"/>
              <a:gd name="csY90" fmla="*/ 263350 h 398918"/>
              <a:gd name="csX91" fmla="*/ 1552330 w 2176760"/>
              <a:gd name="csY91" fmla="*/ 234125 h 398918"/>
              <a:gd name="csX92" fmla="*/ 1569113 w 2176760"/>
              <a:gd name="csY92" fmla="*/ 214777 h 398918"/>
              <a:gd name="csX93" fmla="*/ 1593735 w 2176760"/>
              <a:gd name="csY93" fmla="*/ 203548 h 398918"/>
              <a:gd name="csX94" fmla="*/ 1623501 w 2176760"/>
              <a:gd name="csY94" fmla="*/ 198271 h 398918"/>
              <a:gd name="csX95" fmla="*/ 1652047 w 2176760"/>
              <a:gd name="csY95" fmla="*/ 194889 h 398918"/>
              <a:gd name="csX96" fmla="*/ 1667745 w 2176760"/>
              <a:gd name="csY96" fmla="*/ 189612 h 398918"/>
              <a:gd name="csX97" fmla="*/ 1672755 w 2176760"/>
              <a:gd name="csY97" fmla="*/ 179735 h 398918"/>
              <a:gd name="csX98" fmla="*/ 1672755 w 2176760"/>
              <a:gd name="csY98" fmla="*/ 179058 h 398918"/>
              <a:gd name="csX99" fmla="*/ 1665582 w 2176760"/>
              <a:gd name="csY99" fmla="*/ 162958 h 398918"/>
              <a:gd name="csX100" fmla="*/ 1646228 w 2176760"/>
              <a:gd name="csY100" fmla="*/ 157275 h 398918"/>
              <a:gd name="csX101" fmla="*/ 1625130 w 2176760"/>
              <a:gd name="csY101" fmla="*/ 162958 h 398918"/>
              <a:gd name="csX102" fmla="*/ 1614976 w 2176760"/>
              <a:gd name="csY102" fmla="*/ 178652 h 398918"/>
              <a:gd name="csX103" fmla="*/ 1553959 w 2176760"/>
              <a:gd name="csY103" fmla="*/ 176487 h 398918"/>
              <a:gd name="csX104" fmla="*/ 1567894 w 2176760"/>
              <a:gd name="csY104" fmla="*/ 142663 h 398918"/>
              <a:gd name="csX105" fmla="*/ 1599012 w 2176760"/>
              <a:gd name="csY105" fmla="*/ 119121 h 398918"/>
              <a:gd name="csX106" fmla="*/ 1646770 w 2176760"/>
              <a:gd name="csY106" fmla="*/ 110462 h 398918"/>
              <a:gd name="csX107" fmla="*/ 1457699 w 2176760"/>
              <a:gd name="csY107" fmla="*/ 110462 h 398918"/>
              <a:gd name="csX108" fmla="*/ 1498152 w 2176760"/>
              <a:gd name="csY108" fmla="*/ 121827 h 398918"/>
              <a:gd name="csX109" fmla="*/ 1528727 w 2176760"/>
              <a:gd name="csY109" fmla="*/ 156870 h 398918"/>
              <a:gd name="csX110" fmla="*/ 1540367 w 2176760"/>
              <a:gd name="csY110" fmla="*/ 217212 h 398918"/>
              <a:gd name="csX111" fmla="*/ 1529137 w 2176760"/>
              <a:gd name="csY111" fmla="*/ 276338 h 398918"/>
              <a:gd name="csX112" fmla="*/ 1499104 w 2176760"/>
              <a:gd name="csY112" fmla="*/ 312057 h 398918"/>
              <a:gd name="csX113" fmla="*/ 1457290 w 2176760"/>
              <a:gd name="csY113" fmla="*/ 323963 h 398918"/>
              <a:gd name="csX114" fmla="*/ 1430096 w 2176760"/>
              <a:gd name="csY114" fmla="*/ 318821 h 398918"/>
              <a:gd name="csX115" fmla="*/ 1410750 w 2176760"/>
              <a:gd name="csY115" fmla="*/ 305292 h 398918"/>
              <a:gd name="csX116" fmla="*/ 1398844 w 2176760"/>
              <a:gd name="csY116" fmla="*/ 287297 h 398918"/>
              <a:gd name="csX117" fmla="*/ 1397492 w 2176760"/>
              <a:gd name="csY117" fmla="*/ 287297 h 398918"/>
              <a:gd name="csX118" fmla="*/ 1397492 w 2176760"/>
              <a:gd name="csY118" fmla="*/ 398918 h 398918"/>
              <a:gd name="csX119" fmla="*/ 1331331 w 2176760"/>
              <a:gd name="csY119" fmla="*/ 398918 h 398918"/>
              <a:gd name="csX120" fmla="*/ 1331331 w 2176760"/>
              <a:gd name="csY120" fmla="*/ 113168 h 398918"/>
              <a:gd name="csX121" fmla="*/ 1396815 w 2176760"/>
              <a:gd name="csY121" fmla="*/ 113168 h 398918"/>
              <a:gd name="csX122" fmla="*/ 1396815 w 2176760"/>
              <a:gd name="csY122" fmla="*/ 148751 h 398918"/>
              <a:gd name="csX123" fmla="*/ 1398844 w 2176760"/>
              <a:gd name="csY123" fmla="*/ 148751 h 398918"/>
              <a:gd name="csX124" fmla="*/ 1410350 w 2176760"/>
              <a:gd name="csY124" fmla="*/ 130486 h 398918"/>
              <a:gd name="csX125" fmla="*/ 1429562 w 2176760"/>
              <a:gd name="csY125" fmla="*/ 116145 h 398918"/>
              <a:gd name="csX126" fmla="*/ 1457699 w 2176760"/>
              <a:gd name="csY126" fmla="*/ 110462 h 398918"/>
              <a:gd name="csX127" fmla="*/ 1121591 w 2176760"/>
              <a:gd name="csY127" fmla="*/ 110462 h 398918"/>
              <a:gd name="csX128" fmla="*/ 1158662 w 2176760"/>
              <a:gd name="csY128" fmla="*/ 121557 h 398918"/>
              <a:gd name="csX129" fmla="*/ 1178283 w 2176760"/>
              <a:gd name="csY129" fmla="*/ 151322 h 398918"/>
              <a:gd name="csX130" fmla="*/ 1180445 w 2176760"/>
              <a:gd name="csY130" fmla="*/ 151322 h 398918"/>
              <a:gd name="csX131" fmla="*/ 1203182 w 2176760"/>
              <a:gd name="csY131" fmla="*/ 121692 h 398918"/>
              <a:gd name="csX132" fmla="*/ 1243091 w 2176760"/>
              <a:gd name="csY132" fmla="*/ 110462 h 398918"/>
              <a:gd name="csX133" fmla="*/ 1290983 w 2176760"/>
              <a:gd name="csY133" fmla="*/ 129404 h 398918"/>
              <a:gd name="csX134" fmla="*/ 1309385 w 2176760"/>
              <a:gd name="csY134" fmla="*/ 181088 h 398918"/>
              <a:gd name="csX135" fmla="*/ 1309385 w 2176760"/>
              <a:gd name="csY135" fmla="*/ 320986 h 398918"/>
              <a:gd name="csX136" fmla="*/ 1243225 w 2176760"/>
              <a:gd name="csY136" fmla="*/ 320986 h 398918"/>
              <a:gd name="csX137" fmla="*/ 1243225 w 2176760"/>
              <a:gd name="csY137" fmla="*/ 196241 h 398918"/>
              <a:gd name="csX138" fmla="*/ 1235243 w 2176760"/>
              <a:gd name="csY138" fmla="*/ 172564 h 398918"/>
              <a:gd name="csX139" fmla="*/ 1214545 w 2176760"/>
              <a:gd name="csY139" fmla="*/ 164311 h 398918"/>
              <a:gd name="csX140" fmla="*/ 1193028 w 2176760"/>
              <a:gd name="csY140" fmla="*/ 173240 h 398918"/>
              <a:gd name="csX141" fmla="*/ 1185322 w 2176760"/>
              <a:gd name="csY141" fmla="*/ 196917 h 398918"/>
              <a:gd name="csX142" fmla="*/ 1185322 w 2176760"/>
              <a:gd name="csY142" fmla="*/ 320986 h 398918"/>
              <a:gd name="csX143" fmla="*/ 1121724 w 2176760"/>
              <a:gd name="csY143" fmla="*/ 320986 h 398918"/>
              <a:gd name="csX144" fmla="*/ 1121724 w 2176760"/>
              <a:gd name="csY144" fmla="*/ 195565 h 398918"/>
              <a:gd name="csX145" fmla="*/ 1113885 w 2176760"/>
              <a:gd name="csY145" fmla="*/ 172699 h 398918"/>
              <a:gd name="csX146" fmla="*/ 1093177 w 2176760"/>
              <a:gd name="csY146" fmla="*/ 164311 h 398918"/>
              <a:gd name="csX147" fmla="*/ 1077890 w 2176760"/>
              <a:gd name="csY147" fmla="*/ 168505 h 398918"/>
              <a:gd name="csX148" fmla="*/ 1067469 w 2176760"/>
              <a:gd name="csY148" fmla="*/ 180141 h 398918"/>
              <a:gd name="csX149" fmla="*/ 1063821 w 2176760"/>
              <a:gd name="csY149" fmla="*/ 198000 h 398918"/>
              <a:gd name="csX150" fmla="*/ 1063821 w 2176760"/>
              <a:gd name="csY150" fmla="*/ 320986 h 398918"/>
              <a:gd name="csX151" fmla="*/ 997661 w 2176760"/>
              <a:gd name="csY151" fmla="*/ 320986 h 398918"/>
              <a:gd name="csX152" fmla="*/ 997661 w 2176760"/>
              <a:gd name="csY152" fmla="*/ 113168 h 398918"/>
              <a:gd name="csX153" fmla="*/ 1060573 w 2176760"/>
              <a:gd name="csY153" fmla="*/ 113168 h 398918"/>
              <a:gd name="csX154" fmla="*/ 1060573 w 2176760"/>
              <a:gd name="csY154" fmla="*/ 151322 h 398918"/>
              <a:gd name="csX155" fmla="*/ 1062869 w 2176760"/>
              <a:gd name="csY155" fmla="*/ 151322 h 398918"/>
              <a:gd name="csX156" fmla="*/ 1084795 w 2176760"/>
              <a:gd name="csY156" fmla="*/ 121421 h 398918"/>
              <a:gd name="csX157" fmla="*/ 1121591 w 2176760"/>
              <a:gd name="csY157" fmla="*/ 110462 h 398918"/>
              <a:gd name="csX158" fmla="*/ 877825 w 2176760"/>
              <a:gd name="csY158" fmla="*/ 110462 h 398918"/>
              <a:gd name="csX159" fmla="*/ 933977 w 2176760"/>
              <a:gd name="csY159" fmla="*/ 123992 h 398918"/>
              <a:gd name="csX160" fmla="*/ 970095 w 2176760"/>
              <a:gd name="csY160" fmla="*/ 161604 h 398918"/>
              <a:gd name="csX161" fmla="*/ 982821 w 2176760"/>
              <a:gd name="csY161" fmla="*/ 217753 h 398918"/>
              <a:gd name="csX162" fmla="*/ 970095 w 2176760"/>
              <a:gd name="csY162" fmla="*/ 273902 h 398918"/>
              <a:gd name="csX163" fmla="*/ 933977 w 2176760"/>
              <a:gd name="csY163" fmla="*/ 311516 h 398918"/>
              <a:gd name="csX164" fmla="*/ 877825 w 2176760"/>
              <a:gd name="csY164" fmla="*/ 324910 h 398918"/>
              <a:gd name="csX165" fmla="*/ 821541 w 2176760"/>
              <a:gd name="csY165" fmla="*/ 311516 h 398918"/>
              <a:gd name="csX166" fmla="*/ 785416 w 2176760"/>
              <a:gd name="csY166" fmla="*/ 273902 h 398918"/>
              <a:gd name="csX167" fmla="*/ 772834 w 2176760"/>
              <a:gd name="csY167" fmla="*/ 217753 h 398918"/>
              <a:gd name="csX168" fmla="*/ 785416 w 2176760"/>
              <a:gd name="csY168" fmla="*/ 161604 h 398918"/>
              <a:gd name="csX169" fmla="*/ 821541 w 2176760"/>
              <a:gd name="csY169" fmla="*/ 123992 h 398918"/>
              <a:gd name="csX170" fmla="*/ 877825 w 2176760"/>
              <a:gd name="csY170" fmla="*/ 110462 h 398918"/>
              <a:gd name="csX171" fmla="*/ 638422 w 2176760"/>
              <a:gd name="csY171" fmla="*/ 40107 h 398918"/>
              <a:gd name="csX172" fmla="*/ 684964 w 2176760"/>
              <a:gd name="csY172" fmla="*/ 47143 h 398918"/>
              <a:gd name="csX173" fmla="*/ 722577 w 2176760"/>
              <a:gd name="csY173" fmla="*/ 67437 h 398918"/>
              <a:gd name="csX174" fmla="*/ 748960 w 2176760"/>
              <a:gd name="csY174" fmla="*/ 100044 h 398918"/>
              <a:gd name="csX175" fmla="*/ 761543 w 2176760"/>
              <a:gd name="csY175" fmla="*/ 144287 h 398918"/>
              <a:gd name="csX176" fmla="*/ 693894 w 2176760"/>
              <a:gd name="csY176" fmla="*/ 144287 h 398918"/>
              <a:gd name="csX177" fmla="*/ 688347 w 2176760"/>
              <a:gd name="csY177" fmla="*/ 125480 h 398918"/>
              <a:gd name="csX178" fmla="*/ 677252 w 2176760"/>
              <a:gd name="csY178" fmla="*/ 111139 h 398918"/>
              <a:gd name="csX179" fmla="*/ 660881 w 2176760"/>
              <a:gd name="csY179" fmla="*/ 102073 h 398918"/>
              <a:gd name="csX180" fmla="*/ 640181 w 2176760"/>
              <a:gd name="csY180" fmla="*/ 98826 h 398918"/>
              <a:gd name="csX181" fmla="*/ 605409 w 2176760"/>
              <a:gd name="csY181" fmla="*/ 108704 h 398918"/>
              <a:gd name="csX182" fmla="*/ 583084 w 2176760"/>
              <a:gd name="csY182" fmla="*/ 137251 h 398918"/>
              <a:gd name="csX183" fmla="*/ 575373 w 2176760"/>
              <a:gd name="csY183" fmla="*/ 182440 h 398918"/>
              <a:gd name="csX184" fmla="*/ 583219 w 2176760"/>
              <a:gd name="csY184" fmla="*/ 228713 h 398918"/>
              <a:gd name="csX185" fmla="*/ 605544 w 2176760"/>
              <a:gd name="csY185" fmla="*/ 256719 h 398918"/>
              <a:gd name="csX186" fmla="*/ 639774 w 2176760"/>
              <a:gd name="csY186" fmla="*/ 266056 h 398918"/>
              <a:gd name="csX187" fmla="*/ 659934 w 2176760"/>
              <a:gd name="csY187" fmla="*/ 263214 h 398918"/>
              <a:gd name="csX188" fmla="*/ 676035 w 2176760"/>
              <a:gd name="csY188" fmla="*/ 254961 h 398918"/>
              <a:gd name="csX189" fmla="*/ 687535 w 2176760"/>
              <a:gd name="csY189" fmla="*/ 241566 h 398918"/>
              <a:gd name="csX190" fmla="*/ 693894 w 2176760"/>
              <a:gd name="csY190" fmla="*/ 223571 h 398918"/>
              <a:gd name="csX191" fmla="*/ 761543 w 2176760"/>
              <a:gd name="csY191" fmla="*/ 223977 h 398918"/>
              <a:gd name="csX192" fmla="*/ 750855 w 2176760"/>
              <a:gd name="csY192" fmla="*/ 260238 h 398918"/>
              <a:gd name="csX193" fmla="*/ 726636 w 2176760"/>
              <a:gd name="csY193" fmla="*/ 292845 h 398918"/>
              <a:gd name="csX194" fmla="*/ 689023 w 2176760"/>
              <a:gd name="csY194" fmla="*/ 316115 h 398918"/>
              <a:gd name="csX195" fmla="*/ 638422 w 2176760"/>
              <a:gd name="csY195" fmla="*/ 324774 h 398918"/>
              <a:gd name="csX196" fmla="*/ 571043 w 2176760"/>
              <a:gd name="csY196" fmla="*/ 308269 h 398918"/>
              <a:gd name="csX197" fmla="*/ 524230 w 2176760"/>
              <a:gd name="csY197" fmla="*/ 259831 h 398918"/>
              <a:gd name="csX198" fmla="*/ 507047 w 2176760"/>
              <a:gd name="csY198" fmla="*/ 182440 h 398918"/>
              <a:gd name="csX199" fmla="*/ 524501 w 2176760"/>
              <a:gd name="csY199" fmla="*/ 104915 h 398918"/>
              <a:gd name="csX200" fmla="*/ 571720 w 2176760"/>
              <a:gd name="csY200" fmla="*/ 56613 h 398918"/>
              <a:gd name="csX201" fmla="*/ 638422 w 2176760"/>
              <a:gd name="csY201" fmla="*/ 40107 h 398918"/>
              <a:gd name="csX202" fmla="*/ 173334 w 2176760"/>
              <a:gd name="csY202" fmla="*/ 388 h 398918"/>
              <a:gd name="csX203" fmla="*/ 203201 w 2176760"/>
              <a:gd name="csY203" fmla="*/ 23874 h 398918"/>
              <a:gd name="csX204" fmla="*/ 207884 w 2176760"/>
              <a:gd name="csY204" fmla="*/ 106674 h 398918"/>
              <a:gd name="csX205" fmla="*/ 205931 w 2176760"/>
              <a:gd name="csY205" fmla="*/ 178674 h 398918"/>
              <a:gd name="csX206" fmla="*/ 245788 w 2176760"/>
              <a:gd name="csY206" fmla="*/ 130013 h 398918"/>
              <a:gd name="csX207" fmla="*/ 275688 w 2176760"/>
              <a:gd name="csY207" fmla="*/ 84730 h 398918"/>
              <a:gd name="csX208" fmla="*/ 354140 w 2176760"/>
              <a:gd name="csY208" fmla="*/ 66519 h 398918"/>
              <a:gd name="csX209" fmla="*/ 361481 w 2176760"/>
              <a:gd name="csY209" fmla="*/ 109150 h 398918"/>
              <a:gd name="csX210" fmla="*/ 338417 w 2176760"/>
              <a:gd name="csY210" fmla="*/ 133682 h 398918"/>
              <a:gd name="csX211" fmla="*/ 219060 w 2176760"/>
              <a:gd name="csY211" fmla="*/ 194763 h 398918"/>
              <a:gd name="csX212" fmla="*/ 346051 w 2176760"/>
              <a:gd name="csY212" fmla="*/ 205287 h 398918"/>
              <a:gd name="csX213" fmla="*/ 380609 w 2176760"/>
              <a:gd name="csY213" fmla="*/ 220765 h 398918"/>
              <a:gd name="csX214" fmla="*/ 394527 w 2176760"/>
              <a:gd name="csY214" fmla="*/ 254303 h 398918"/>
              <a:gd name="csX215" fmla="*/ 353821 w 2176760"/>
              <a:gd name="csY215" fmla="*/ 287105 h 398918"/>
              <a:gd name="csX216" fmla="*/ 311392 w 2176760"/>
              <a:gd name="csY216" fmla="*/ 274570 h 398918"/>
              <a:gd name="csX217" fmla="*/ 277726 w 2176760"/>
              <a:gd name="csY217" fmla="*/ 252008 h 398918"/>
              <a:gd name="csX218" fmla="*/ 212863 w 2176760"/>
              <a:gd name="csY218" fmla="*/ 213786 h 398918"/>
              <a:gd name="csX219" fmla="*/ 237229 w 2176760"/>
              <a:gd name="csY219" fmla="*/ 273082 h 398918"/>
              <a:gd name="csX220" fmla="*/ 269581 w 2176760"/>
              <a:gd name="csY220" fmla="*/ 351281 h 398918"/>
              <a:gd name="csX221" fmla="*/ 246106 w 2176760"/>
              <a:gd name="csY221" fmla="*/ 393988 h 398918"/>
              <a:gd name="csX222" fmla="*/ 246123 w 2176760"/>
              <a:gd name="csY222" fmla="*/ 394009 h 398918"/>
              <a:gd name="csX223" fmla="*/ 198604 w 2176760"/>
              <a:gd name="csY223" fmla="*/ 383786 h 398918"/>
              <a:gd name="csX224" fmla="*/ 186930 w 2176760"/>
              <a:gd name="csY224" fmla="*/ 312064 h 398918"/>
              <a:gd name="csX225" fmla="*/ 191644 w 2176760"/>
              <a:gd name="csY225" fmla="*/ 277111 h 398918"/>
              <a:gd name="csX226" fmla="*/ 191992 w 2176760"/>
              <a:gd name="csY226" fmla="*/ 218052 h 398918"/>
              <a:gd name="csX227" fmla="*/ 146020 w 2176760"/>
              <a:gd name="csY227" fmla="*/ 274836 h 398918"/>
              <a:gd name="csX228" fmla="*/ 113756 w 2176760"/>
              <a:gd name="csY228" fmla="*/ 320504 h 398918"/>
              <a:gd name="csX229" fmla="*/ 90341 w 2176760"/>
              <a:gd name="csY229" fmla="*/ 338935 h 398918"/>
              <a:gd name="csX230" fmla="*/ 42703 w 2176760"/>
              <a:gd name="csY230" fmla="*/ 332486 h 398918"/>
              <a:gd name="csX231" fmla="*/ 32856 w 2176760"/>
              <a:gd name="csY231" fmla="*/ 299410 h 398918"/>
              <a:gd name="csX232" fmla="*/ 48816 w 2176760"/>
              <a:gd name="csY232" fmla="*/ 271999 h 398918"/>
              <a:gd name="csX233" fmla="*/ 74047 w 2176760"/>
              <a:gd name="csY233" fmla="*/ 253899 h 398918"/>
              <a:gd name="csX234" fmla="*/ 112286 w 2176760"/>
              <a:gd name="csY234" fmla="*/ 236591 h 398918"/>
              <a:gd name="csX235" fmla="*/ 177023 w 2176760"/>
              <a:gd name="csY235" fmla="*/ 203107 h 398918"/>
              <a:gd name="csX236" fmla="*/ 34342 w 2176760"/>
              <a:gd name="csY236" fmla="*/ 189387 h 398918"/>
              <a:gd name="csX237" fmla="*/ 2195 w 2176760"/>
              <a:gd name="csY237" fmla="*/ 160436 h 398918"/>
              <a:gd name="csX238" fmla="*/ 35442 w 2176760"/>
              <a:gd name="csY238" fmla="*/ 111700 h 398918"/>
              <a:gd name="csX239" fmla="*/ 126906 w 2176760"/>
              <a:gd name="csY239" fmla="*/ 151097 h 398918"/>
              <a:gd name="csX240" fmla="*/ 185089 w 2176760"/>
              <a:gd name="csY240" fmla="*/ 182501 h 398918"/>
              <a:gd name="csX241" fmla="*/ 160623 w 2176760"/>
              <a:gd name="csY241" fmla="*/ 123937 h 398918"/>
              <a:gd name="csX242" fmla="*/ 134370 w 2176760"/>
              <a:gd name="csY242" fmla="*/ 76024 h 398918"/>
              <a:gd name="csX243" fmla="*/ 127306 w 2176760"/>
              <a:gd name="csY243" fmla="*/ 38705 h 398918"/>
              <a:gd name="csX244" fmla="*/ 173334 w 2176760"/>
              <a:gd name="csY244" fmla="*/ 388 h 3989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</a:cxnLst>
            <a:rect l="l" t="t" r="r" b="b"/>
            <a:pathLst>
              <a:path w="2176760" h="398918">
                <a:moveTo>
                  <a:pt x="1673155" y="227360"/>
                </a:moveTo>
                <a:cubicBezTo>
                  <a:pt x="1671259" y="228352"/>
                  <a:pt x="1668964" y="229254"/>
                  <a:pt x="1666259" y="230065"/>
                </a:cubicBezTo>
                <a:cubicBezTo>
                  <a:pt x="1663639" y="230878"/>
                  <a:pt x="1660753" y="231645"/>
                  <a:pt x="1657600" y="232366"/>
                </a:cubicBezTo>
                <a:cubicBezTo>
                  <a:pt x="1654438" y="233088"/>
                  <a:pt x="1651190" y="233719"/>
                  <a:pt x="1647856" y="234260"/>
                </a:cubicBezTo>
                <a:cubicBezTo>
                  <a:pt x="1644513" y="234801"/>
                  <a:pt x="1641313" y="235297"/>
                  <a:pt x="1638246" y="235748"/>
                </a:cubicBezTo>
                <a:cubicBezTo>
                  <a:pt x="1632026" y="236741"/>
                  <a:pt x="1626701" y="238274"/>
                  <a:pt x="1622282" y="240349"/>
                </a:cubicBezTo>
                <a:cubicBezTo>
                  <a:pt x="1617957" y="242423"/>
                  <a:pt x="1614614" y="245129"/>
                  <a:pt x="1612271" y="248467"/>
                </a:cubicBezTo>
                <a:cubicBezTo>
                  <a:pt x="1610013" y="251714"/>
                  <a:pt x="1608890" y="255592"/>
                  <a:pt x="1608890" y="260103"/>
                </a:cubicBezTo>
                <a:cubicBezTo>
                  <a:pt x="1608890" y="266958"/>
                  <a:pt x="1611328" y="272189"/>
                  <a:pt x="1616195" y="275797"/>
                </a:cubicBezTo>
                <a:cubicBezTo>
                  <a:pt x="1621158" y="279405"/>
                  <a:pt x="1627425" y="281209"/>
                  <a:pt x="1634998" y="281209"/>
                </a:cubicBezTo>
                <a:cubicBezTo>
                  <a:pt x="1642132" y="281209"/>
                  <a:pt x="1648533" y="279765"/>
                  <a:pt x="1654209" y="276879"/>
                </a:cubicBezTo>
                <a:cubicBezTo>
                  <a:pt x="1659991" y="273993"/>
                  <a:pt x="1664592" y="270024"/>
                  <a:pt x="1668011" y="264973"/>
                </a:cubicBezTo>
                <a:cubicBezTo>
                  <a:pt x="1671440" y="259831"/>
                  <a:pt x="1673155" y="253878"/>
                  <a:pt x="1673155" y="247113"/>
                </a:cubicBezTo>
                <a:close/>
                <a:moveTo>
                  <a:pt x="1434430" y="162146"/>
                </a:moveTo>
                <a:cubicBezTo>
                  <a:pt x="1426314" y="162146"/>
                  <a:pt x="1419409" y="164356"/>
                  <a:pt x="1413732" y="168776"/>
                </a:cubicBezTo>
                <a:cubicBezTo>
                  <a:pt x="1408045" y="173195"/>
                  <a:pt x="1403673" y="179510"/>
                  <a:pt x="1400606" y="187717"/>
                </a:cubicBezTo>
                <a:cubicBezTo>
                  <a:pt x="1397625" y="195926"/>
                  <a:pt x="1396139" y="205712"/>
                  <a:pt x="1396139" y="217077"/>
                </a:cubicBezTo>
                <a:cubicBezTo>
                  <a:pt x="1396139" y="228262"/>
                  <a:pt x="1397625" y="238004"/>
                  <a:pt x="1400606" y="246302"/>
                </a:cubicBezTo>
                <a:cubicBezTo>
                  <a:pt x="1403673" y="254600"/>
                  <a:pt x="1408045" y="261049"/>
                  <a:pt x="1413732" y="265649"/>
                </a:cubicBezTo>
                <a:cubicBezTo>
                  <a:pt x="1419504" y="270159"/>
                  <a:pt x="1426400" y="272415"/>
                  <a:pt x="1434430" y="272415"/>
                </a:cubicBezTo>
                <a:cubicBezTo>
                  <a:pt x="1442545" y="272415"/>
                  <a:pt x="1449451" y="270159"/>
                  <a:pt x="1455127" y="265649"/>
                </a:cubicBezTo>
                <a:cubicBezTo>
                  <a:pt x="1460814" y="261049"/>
                  <a:pt x="1465100" y="254600"/>
                  <a:pt x="1467986" y="246302"/>
                </a:cubicBezTo>
                <a:cubicBezTo>
                  <a:pt x="1470958" y="238004"/>
                  <a:pt x="1472444" y="228262"/>
                  <a:pt x="1472444" y="217077"/>
                </a:cubicBezTo>
                <a:cubicBezTo>
                  <a:pt x="1472444" y="205893"/>
                  <a:pt x="1470958" y="196196"/>
                  <a:pt x="1467986" y="187988"/>
                </a:cubicBezTo>
                <a:cubicBezTo>
                  <a:pt x="1465100" y="179780"/>
                  <a:pt x="1460814" y="173421"/>
                  <a:pt x="1455127" y="168911"/>
                </a:cubicBezTo>
                <a:cubicBezTo>
                  <a:pt x="1449536" y="164401"/>
                  <a:pt x="1442640" y="162146"/>
                  <a:pt x="1434430" y="162146"/>
                </a:cubicBezTo>
                <a:close/>
                <a:moveTo>
                  <a:pt x="878231" y="159440"/>
                </a:moveTo>
                <a:cubicBezTo>
                  <a:pt x="870023" y="159440"/>
                  <a:pt x="863077" y="161876"/>
                  <a:pt x="857395" y="166746"/>
                </a:cubicBezTo>
                <a:cubicBezTo>
                  <a:pt x="851802" y="171617"/>
                  <a:pt x="847518" y="178382"/>
                  <a:pt x="844542" y="187041"/>
                </a:cubicBezTo>
                <a:cubicBezTo>
                  <a:pt x="841655" y="195700"/>
                  <a:pt x="840212" y="205802"/>
                  <a:pt x="840212" y="217348"/>
                </a:cubicBezTo>
                <a:cubicBezTo>
                  <a:pt x="840212" y="228713"/>
                  <a:pt x="841655" y="238725"/>
                  <a:pt x="844542" y="247384"/>
                </a:cubicBezTo>
                <a:cubicBezTo>
                  <a:pt x="847518" y="256043"/>
                  <a:pt x="851802" y="262808"/>
                  <a:pt x="857395" y="267679"/>
                </a:cubicBezTo>
                <a:cubicBezTo>
                  <a:pt x="863077" y="272550"/>
                  <a:pt x="870023" y="274985"/>
                  <a:pt x="878231" y="274985"/>
                </a:cubicBezTo>
                <a:cubicBezTo>
                  <a:pt x="886169" y="274985"/>
                  <a:pt x="892889" y="272550"/>
                  <a:pt x="898390" y="267679"/>
                </a:cubicBezTo>
                <a:cubicBezTo>
                  <a:pt x="903893" y="262808"/>
                  <a:pt x="908087" y="256043"/>
                  <a:pt x="910973" y="247384"/>
                </a:cubicBezTo>
                <a:cubicBezTo>
                  <a:pt x="913949" y="238725"/>
                  <a:pt x="915438" y="228713"/>
                  <a:pt x="915438" y="217348"/>
                </a:cubicBezTo>
                <a:cubicBezTo>
                  <a:pt x="915438" y="205802"/>
                  <a:pt x="913949" y="195700"/>
                  <a:pt x="910973" y="187041"/>
                </a:cubicBezTo>
                <a:cubicBezTo>
                  <a:pt x="908087" y="178382"/>
                  <a:pt x="903893" y="171617"/>
                  <a:pt x="898390" y="166746"/>
                </a:cubicBezTo>
                <a:cubicBezTo>
                  <a:pt x="892889" y="161876"/>
                  <a:pt x="886169" y="159440"/>
                  <a:pt x="878231" y="159440"/>
                </a:cubicBezTo>
                <a:close/>
                <a:moveTo>
                  <a:pt x="1958524" y="113168"/>
                </a:moveTo>
                <a:lnTo>
                  <a:pt x="2027789" y="113168"/>
                </a:lnTo>
                <a:lnTo>
                  <a:pt x="2066080" y="261455"/>
                </a:lnTo>
                <a:lnTo>
                  <a:pt x="2068252" y="261455"/>
                </a:lnTo>
                <a:lnTo>
                  <a:pt x="2107076" y="113168"/>
                </a:lnTo>
                <a:lnTo>
                  <a:pt x="2176760" y="113168"/>
                </a:lnTo>
                <a:lnTo>
                  <a:pt x="2098417" y="340875"/>
                </a:lnTo>
                <a:cubicBezTo>
                  <a:pt x="2094627" y="352241"/>
                  <a:pt x="2089264" y="362252"/>
                  <a:pt x="2082320" y="370912"/>
                </a:cubicBezTo>
                <a:cubicBezTo>
                  <a:pt x="2075462" y="379660"/>
                  <a:pt x="2066575" y="386515"/>
                  <a:pt x="2055669" y="391477"/>
                </a:cubicBezTo>
                <a:cubicBezTo>
                  <a:pt x="2044839" y="396438"/>
                  <a:pt x="2031495" y="398918"/>
                  <a:pt x="2015617" y="398918"/>
                </a:cubicBezTo>
                <a:cubicBezTo>
                  <a:pt x="2007682" y="398918"/>
                  <a:pt x="2000196" y="398286"/>
                  <a:pt x="1993157" y="397024"/>
                </a:cubicBezTo>
                <a:cubicBezTo>
                  <a:pt x="1986118" y="395851"/>
                  <a:pt x="1980079" y="394273"/>
                  <a:pt x="1975030" y="392289"/>
                </a:cubicBezTo>
                <a:lnTo>
                  <a:pt x="1989642" y="344258"/>
                </a:lnTo>
                <a:cubicBezTo>
                  <a:pt x="1996138" y="346423"/>
                  <a:pt x="2001996" y="347685"/>
                  <a:pt x="2007225" y="348046"/>
                </a:cubicBezTo>
                <a:cubicBezTo>
                  <a:pt x="2012550" y="348407"/>
                  <a:pt x="2017102" y="347550"/>
                  <a:pt x="2020893" y="345475"/>
                </a:cubicBezTo>
                <a:cubicBezTo>
                  <a:pt x="2024770" y="343491"/>
                  <a:pt x="2027751" y="339928"/>
                  <a:pt x="2029818" y="334787"/>
                </a:cubicBezTo>
                <a:lnTo>
                  <a:pt x="2032390" y="328563"/>
                </a:lnTo>
                <a:close/>
                <a:moveTo>
                  <a:pt x="1888582" y="110462"/>
                </a:moveTo>
                <a:cubicBezTo>
                  <a:pt x="1903193" y="110462"/>
                  <a:pt x="1915861" y="113755"/>
                  <a:pt x="1926596" y="120339"/>
                </a:cubicBezTo>
                <a:cubicBezTo>
                  <a:pt x="1937416" y="126833"/>
                  <a:pt x="1945808" y="135943"/>
                  <a:pt x="1951761" y="147669"/>
                </a:cubicBezTo>
                <a:cubicBezTo>
                  <a:pt x="1957809" y="159305"/>
                  <a:pt x="1960781" y="172925"/>
                  <a:pt x="1960695" y="188530"/>
                </a:cubicBezTo>
                <a:lnTo>
                  <a:pt x="1960695" y="320986"/>
                </a:lnTo>
                <a:lnTo>
                  <a:pt x="1894535" y="320986"/>
                </a:lnTo>
                <a:lnTo>
                  <a:pt x="1894535" y="201518"/>
                </a:lnTo>
                <a:cubicBezTo>
                  <a:pt x="1894621" y="189973"/>
                  <a:pt x="1891687" y="180953"/>
                  <a:pt x="1885734" y="174458"/>
                </a:cubicBezTo>
                <a:cubicBezTo>
                  <a:pt x="1879876" y="167964"/>
                  <a:pt x="1871713" y="164717"/>
                  <a:pt x="1861245" y="164717"/>
                </a:cubicBezTo>
                <a:cubicBezTo>
                  <a:pt x="1854301" y="164717"/>
                  <a:pt x="1848167" y="166250"/>
                  <a:pt x="1842843" y="169317"/>
                </a:cubicBezTo>
                <a:cubicBezTo>
                  <a:pt x="1837613" y="172293"/>
                  <a:pt x="1833556" y="176578"/>
                  <a:pt x="1830670" y="182170"/>
                </a:cubicBezTo>
                <a:cubicBezTo>
                  <a:pt x="1827869" y="187763"/>
                  <a:pt x="1826431" y="194528"/>
                  <a:pt x="1826345" y="202465"/>
                </a:cubicBezTo>
                <a:lnTo>
                  <a:pt x="1826345" y="320986"/>
                </a:lnTo>
                <a:lnTo>
                  <a:pt x="1760175" y="320986"/>
                </a:lnTo>
                <a:lnTo>
                  <a:pt x="1760175" y="113168"/>
                </a:lnTo>
                <a:lnTo>
                  <a:pt x="1823097" y="113168"/>
                </a:lnTo>
                <a:lnTo>
                  <a:pt x="1823097" y="151322"/>
                </a:lnTo>
                <a:lnTo>
                  <a:pt x="1825393" y="151322"/>
                </a:lnTo>
                <a:cubicBezTo>
                  <a:pt x="1829993" y="138604"/>
                  <a:pt x="1837842" y="128638"/>
                  <a:pt x="1848939" y="121421"/>
                </a:cubicBezTo>
                <a:cubicBezTo>
                  <a:pt x="1860026" y="114115"/>
                  <a:pt x="1873246" y="110462"/>
                  <a:pt x="1888582" y="110462"/>
                </a:cubicBezTo>
                <a:close/>
                <a:moveTo>
                  <a:pt x="1646770" y="110462"/>
                </a:moveTo>
                <a:cubicBezTo>
                  <a:pt x="1660029" y="110462"/>
                  <a:pt x="1672250" y="112040"/>
                  <a:pt x="1683442" y="115198"/>
                </a:cubicBezTo>
                <a:cubicBezTo>
                  <a:pt x="1694624" y="118265"/>
                  <a:pt x="1704368" y="122774"/>
                  <a:pt x="1712664" y="128727"/>
                </a:cubicBezTo>
                <a:cubicBezTo>
                  <a:pt x="1720961" y="134591"/>
                  <a:pt x="1727361" y="141806"/>
                  <a:pt x="1731876" y="150375"/>
                </a:cubicBezTo>
                <a:cubicBezTo>
                  <a:pt x="1736477" y="158944"/>
                  <a:pt x="1738772" y="168731"/>
                  <a:pt x="1738772" y="179735"/>
                </a:cubicBezTo>
                <a:lnTo>
                  <a:pt x="1738772" y="320986"/>
                </a:lnTo>
                <a:lnTo>
                  <a:pt x="1676536" y="320986"/>
                </a:lnTo>
                <a:lnTo>
                  <a:pt x="1676536" y="292032"/>
                </a:lnTo>
                <a:lnTo>
                  <a:pt x="1674917" y="292032"/>
                </a:lnTo>
                <a:cubicBezTo>
                  <a:pt x="1671221" y="299068"/>
                  <a:pt x="1666478" y="305021"/>
                  <a:pt x="1660705" y="309892"/>
                </a:cubicBezTo>
                <a:cubicBezTo>
                  <a:pt x="1655029" y="314763"/>
                  <a:pt x="1648304" y="318416"/>
                  <a:pt x="1640551" y="320851"/>
                </a:cubicBezTo>
                <a:cubicBezTo>
                  <a:pt x="1632883" y="323287"/>
                  <a:pt x="1624225" y="324504"/>
                  <a:pt x="1614576" y="324504"/>
                </a:cubicBezTo>
                <a:cubicBezTo>
                  <a:pt x="1601317" y="324504"/>
                  <a:pt x="1589544" y="322294"/>
                  <a:pt x="1579257" y="317875"/>
                </a:cubicBezTo>
                <a:cubicBezTo>
                  <a:pt x="1569066" y="313364"/>
                  <a:pt x="1560998" y="306600"/>
                  <a:pt x="1555045" y="297580"/>
                </a:cubicBezTo>
                <a:cubicBezTo>
                  <a:pt x="1549177" y="288470"/>
                  <a:pt x="1546244" y="277060"/>
                  <a:pt x="1546244" y="263350"/>
                </a:cubicBezTo>
                <a:cubicBezTo>
                  <a:pt x="1546244" y="251803"/>
                  <a:pt x="1548272" y="242062"/>
                  <a:pt x="1552330" y="234125"/>
                </a:cubicBezTo>
                <a:cubicBezTo>
                  <a:pt x="1556397" y="226187"/>
                  <a:pt x="1561988" y="219738"/>
                  <a:pt x="1569113" y="214777"/>
                </a:cubicBezTo>
                <a:cubicBezTo>
                  <a:pt x="1576238" y="209816"/>
                  <a:pt x="1584448" y="206073"/>
                  <a:pt x="1593735" y="203548"/>
                </a:cubicBezTo>
                <a:cubicBezTo>
                  <a:pt x="1603022" y="200931"/>
                  <a:pt x="1612947" y="199173"/>
                  <a:pt x="1623501" y="198271"/>
                </a:cubicBezTo>
                <a:cubicBezTo>
                  <a:pt x="1635321" y="197188"/>
                  <a:pt x="1644837" y="196061"/>
                  <a:pt x="1652047" y="194889"/>
                </a:cubicBezTo>
                <a:cubicBezTo>
                  <a:pt x="1659267" y="193626"/>
                  <a:pt x="1664497" y="191866"/>
                  <a:pt x="1667745" y="189612"/>
                </a:cubicBezTo>
                <a:cubicBezTo>
                  <a:pt x="1671078" y="187267"/>
                  <a:pt x="1672755" y="183974"/>
                  <a:pt x="1672755" y="179735"/>
                </a:cubicBezTo>
                <a:lnTo>
                  <a:pt x="1672755" y="179058"/>
                </a:lnTo>
                <a:cubicBezTo>
                  <a:pt x="1672755" y="172113"/>
                  <a:pt x="1670364" y="166746"/>
                  <a:pt x="1665582" y="162958"/>
                </a:cubicBezTo>
                <a:cubicBezTo>
                  <a:pt x="1660801" y="159170"/>
                  <a:pt x="1654352" y="157275"/>
                  <a:pt x="1646228" y="157275"/>
                </a:cubicBezTo>
                <a:cubicBezTo>
                  <a:pt x="1637484" y="157275"/>
                  <a:pt x="1630445" y="159170"/>
                  <a:pt x="1625130" y="162958"/>
                </a:cubicBezTo>
                <a:cubicBezTo>
                  <a:pt x="1619805" y="166746"/>
                  <a:pt x="1616424" y="171978"/>
                  <a:pt x="1614976" y="178652"/>
                </a:cubicBezTo>
                <a:lnTo>
                  <a:pt x="1553959" y="176487"/>
                </a:lnTo>
                <a:cubicBezTo>
                  <a:pt x="1555759" y="163860"/>
                  <a:pt x="1560407" y="152585"/>
                  <a:pt x="1567894" y="142663"/>
                </a:cubicBezTo>
                <a:cubicBezTo>
                  <a:pt x="1575466" y="132651"/>
                  <a:pt x="1585839" y="124804"/>
                  <a:pt x="1599012" y="119121"/>
                </a:cubicBezTo>
                <a:cubicBezTo>
                  <a:pt x="1612271" y="113349"/>
                  <a:pt x="1628187" y="110462"/>
                  <a:pt x="1646770" y="110462"/>
                </a:cubicBezTo>
                <a:close/>
                <a:moveTo>
                  <a:pt x="1457699" y="110462"/>
                </a:moveTo>
                <a:cubicBezTo>
                  <a:pt x="1472130" y="110462"/>
                  <a:pt x="1485617" y="114251"/>
                  <a:pt x="1498152" y="121827"/>
                </a:cubicBezTo>
                <a:cubicBezTo>
                  <a:pt x="1510782" y="129404"/>
                  <a:pt x="1520974" y="141085"/>
                  <a:pt x="1528727" y="156870"/>
                </a:cubicBezTo>
                <a:cubicBezTo>
                  <a:pt x="1536490" y="172654"/>
                  <a:pt x="1540367" y="192768"/>
                  <a:pt x="1540367" y="217212"/>
                </a:cubicBezTo>
                <a:cubicBezTo>
                  <a:pt x="1540367" y="240754"/>
                  <a:pt x="1536623" y="260463"/>
                  <a:pt x="1529137" y="276338"/>
                </a:cubicBezTo>
                <a:cubicBezTo>
                  <a:pt x="1521745" y="292213"/>
                  <a:pt x="1511725" y="304119"/>
                  <a:pt x="1499104" y="312057"/>
                </a:cubicBezTo>
                <a:cubicBezTo>
                  <a:pt x="1486560" y="319994"/>
                  <a:pt x="1472625" y="323963"/>
                  <a:pt x="1457290" y="323963"/>
                </a:cubicBezTo>
                <a:cubicBezTo>
                  <a:pt x="1446831" y="323963"/>
                  <a:pt x="1437763" y="322249"/>
                  <a:pt x="1430096" y="318821"/>
                </a:cubicBezTo>
                <a:cubicBezTo>
                  <a:pt x="1422428" y="315394"/>
                  <a:pt x="1415980" y="310884"/>
                  <a:pt x="1410750" y="305292"/>
                </a:cubicBezTo>
                <a:cubicBezTo>
                  <a:pt x="1405607" y="299700"/>
                  <a:pt x="1401644" y="293701"/>
                  <a:pt x="1398844" y="287297"/>
                </a:cubicBezTo>
                <a:lnTo>
                  <a:pt x="1397492" y="287297"/>
                </a:lnTo>
                <a:lnTo>
                  <a:pt x="1397492" y="398918"/>
                </a:lnTo>
                <a:lnTo>
                  <a:pt x="1331331" y="398918"/>
                </a:lnTo>
                <a:lnTo>
                  <a:pt x="1331331" y="113168"/>
                </a:lnTo>
                <a:lnTo>
                  <a:pt x="1396815" y="113168"/>
                </a:lnTo>
                <a:lnTo>
                  <a:pt x="1396815" y="148751"/>
                </a:lnTo>
                <a:lnTo>
                  <a:pt x="1398844" y="148751"/>
                </a:lnTo>
                <a:cubicBezTo>
                  <a:pt x="1401549" y="142437"/>
                  <a:pt x="1405388" y="136349"/>
                  <a:pt x="1410350" y="130486"/>
                </a:cubicBezTo>
                <a:cubicBezTo>
                  <a:pt x="1415399" y="124624"/>
                  <a:pt x="1421800" y="119843"/>
                  <a:pt x="1429562" y="116145"/>
                </a:cubicBezTo>
                <a:cubicBezTo>
                  <a:pt x="1437401" y="112356"/>
                  <a:pt x="1446783" y="110462"/>
                  <a:pt x="1457699" y="110462"/>
                </a:cubicBezTo>
                <a:close/>
                <a:moveTo>
                  <a:pt x="1121591" y="110462"/>
                </a:moveTo>
                <a:cubicBezTo>
                  <a:pt x="1136021" y="110462"/>
                  <a:pt x="1148384" y="114160"/>
                  <a:pt x="1158662" y="121557"/>
                </a:cubicBezTo>
                <a:cubicBezTo>
                  <a:pt x="1168949" y="128953"/>
                  <a:pt x="1175483" y="138875"/>
                  <a:pt x="1178283" y="151322"/>
                </a:cubicBezTo>
                <a:lnTo>
                  <a:pt x="1180445" y="151322"/>
                </a:lnTo>
                <a:cubicBezTo>
                  <a:pt x="1184322" y="138965"/>
                  <a:pt x="1191904" y="129088"/>
                  <a:pt x="1203182" y="121692"/>
                </a:cubicBezTo>
                <a:cubicBezTo>
                  <a:pt x="1214450" y="114205"/>
                  <a:pt x="1227756" y="110462"/>
                  <a:pt x="1243091" y="110462"/>
                </a:cubicBezTo>
                <a:cubicBezTo>
                  <a:pt x="1262751" y="110462"/>
                  <a:pt x="1278715" y="116776"/>
                  <a:pt x="1290983" y="129404"/>
                </a:cubicBezTo>
                <a:cubicBezTo>
                  <a:pt x="1303251" y="141942"/>
                  <a:pt x="1309385" y="159170"/>
                  <a:pt x="1309385" y="181088"/>
                </a:cubicBezTo>
                <a:lnTo>
                  <a:pt x="1309385" y="320986"/>
                </a:lnTo>
                <a:lnTo>
                  <a:pt x="1243225" y="320986"/>
                </a:lnTo>
                <a:lnTo>
                  <a:pt x="1243225" y="196241"/>
                </a:lnTo>
                <a:cubicBezTo>
                  <a:pt x="1243225" y="185868"/>
                  <a:pt x="1240567" y="177976"/>
                  <a:pt x="1235243" y="172564"/>
                </a:cubicBezTo>
                <a:cubicBezTo>
                  <a:pt x="1229918" y="167062"/>
                  <a:pt x="1223022" y="164311"/>
                  <a:pt x="1214545" y="164311"/>
                </a:cubicBezTo>
                <a:cubicBezTo>
                  <a:pt x="1205430" y="164311"/>
                  <a:pt x="1198257" y="167287"/>
                  <a:pt x="1193028" y="173240"/>
                </a:cubicBezTo>
                <a:cubicBezTo>
                  <a:pt x="1187885" y="179104"/>
                  <a:pt x="1185322" y="186996"/>
                  <a:pt x="1185322" y="196917"/>
                </a:cubicBezTo>
                <a:lnTo>
                  <a:pt x="1185322" y="320986"/>
                </a:lnTo>
                <a:lnTo>
                  <a:pt x="1121724" y="320986"/>
                </a:lnTo>
                <a:lnTo>
                  <a:pt x="1121724" y="195565"/>
                </a:lnTo>
                <a:cubicBezTo>
                  <a:pt x="1121724" y="185913"/>
                  <a:pt x="1119114" y="178291"/>
                  <a:pt x="1113885" y="172699"/>
                </a:cubicBezTo>
                <a:cubicBezTo>
                  <a:pt x="1108646" y="167107"/>
                  <a:pt x="1101750" y="164311"/>
                  <a:pt x="1093177" y="164311"/>
                </a:cubicBezTo>
                <a:cubicBezTo>
                  <a:pt x="1087405" y="164311"/>
                  <a:pt x="1082309" y="165709"/>
                  <a:pt x="1077890" y="168505"/>
                </a:cubicBezTo>
                <a:cubicBezTo>
                  <a:pt x="1073470" y="171211"/>
                  <a:pt x="1069994" y="175090"/>
                  <a:pt x="1067469" y="180141"/>
                </a:cubicBezTo>
                <a:cubicBezTo>
                  <a:pt x="1065041" y="185192"/>
                  <a:pt x="1063821" y="191145"/>
                  <a:pt x="1063821" y="198000"/>
                </a:cubicBezTo>
                <a:lnTo>
                  <a:pt x="1063821" y="320986"/>
                </a:lnTo>
                <a:lnTo>
                  <a:pt x="997661" y="320986"/>
                </a:lnTo>
                <a:lnTo>
                  <a:pt x="997661" y="113168"/>
                </a:lnTo>
                <a:lnTo>
                  <a:pt x="1060573" y="113168"/>
                </a:lnTo>
                <a:lnTo>
                  <a:pt x="1060573" y="151322"/>
                </a:lnTo>
                <a:lnTo>
                  <a:pt x="1062869" y="151322"/>
                </a:lnTo>
                <a:cubicBezTo>
                  <a:pt x="1067203" y="138694"/>
                  <a:pt x="1074508" y="128727"/>
                  <a:pt x="1084795" y="121421"/>
                </a:cubicBezTo>
                <a:cubicBezTo>
                  <a:pt x="1095073" y="114115"/>
                  <a:pt x="1107341" y="110462"/>
                  <a:pt x="1121591" y="110462"/>
                </a:cubicBezTo>
                <a:close/>
                <a:moveTo>
                  <a:pt x="877825" y="110462"/>
                </a:moveTo>
                <a:cubicBezTo>
                  <a:pt x="899653" y="110462"/>
                  <a:pt x="918370" y="114972"/>
                  <a:pt x="933977" y="123992"/>
                </a:cubicBezTo>
                <a:cubicBezTo>
                  <a:pt x="949664" y="132922"/>
                  <a:pt x="961713" y="145460"/>
                  <a:pt x="970095" y="161604"/>
                </a:cubicBezTo>
                <a:cubicBezTo>
                  <a:pt x="978573" y="177661"/>
                  <a:pt x="982821" y="196376"/>
                  <a:pt x="982821" y="217753"/>
                </a:cubicBezTo>
                <a:cubicBezTo>
                  <a:pt x="982821" y="239041"/>
                  <a:pt x="978573" y="257756"/>
                  <a:pt x="970095" y="273902"/>
                </a:cubicBezTo>
                <a:cubicBezTo>
                  <a:pt x="961713" y="289958"/>
                  <a:pt x="949664" y="302495"/>
                  <a:pt x="933977" y="311516"/>
                </a:cubicBezTo>
                <a:cubicBezTo>
                  <a:pt x="918370" y="320445"/>
                  <a:pt x="899653" y="324910"/>
                  <a:pt x="877825" y="324910"/>
                </a:cubicBezTo>
                <a:cubicBezTo>
                  <a:pt x="855997" y="324910"/>
                  <a:pt x="837236" y="320445"/>
                  <a:pt x="821541" y="311516"/>
                </a:cubicBezTo>
                <a:cubicBezTo>
                  <a:pt x="805937" y="302495"/>
                  <a:pt x="793895" y="289958"/>
                  <a:pt x="785416" y="273902"/>
                </a:cubicBezTo>
                <a:cubicBezTo>
                  <a:pt x="777027" y="257756"/>
                  <a:pt x="772834" y="239041"/>
                  <a:pt x="772834" y="217753"/>
                </a:cubicBezTo>
                <a:cubicBezTo>
                  <a:pt x="772834" y="196376"/>
                  <a:pt x="777027" y="177661"/>
                  <a:pt x="785416" y="161604"/>
                </a:cubicBezTo>
                <a:cubicBezTo>
                  <a:pt x="793895" y="145460"/>
                  <a:pt x="805937" y="132922"/>
                  <a:pt x="821541" y="123992"/>
                </a:cubicBezTo>
                <a:cubicBezTo>
                  <a:pt x="837236" y="114972"/>
                  <a:pt x="855997" y="110462"/>
                  <a:pt x="877825" y="110462"/>
                </a:cubicBezTo>
                <a:close/>
                <a:moveTo>
                  <a:pt x="638422" y="40107"/>
                </a:moveTo>
                <a:cubicBezTo>
                  <a:pt x="655199" y="40107"/>
                  <a:pt x="670713" y="42452"/>
                  <a:pt x="684964" y="47143"/>
                </a:cubicBezTo>
                <a:cubicBezTo>
                  <a:pt x="699216" y="51743"/>
                  <a:pt x="711754" y="58508"/>
                  <a:pt x="722577" y="67437"/>
                </a:cubicBezTo>
                <a:cubicBezTo>
                  <a:pt x="733401" y="76277"/>
                  <a:pt x="742195" y="87146"/>
                  <a:pt x="748960" y="100044"/>
                </a:cubicBezTo>
                <a:cubicBezTo>
                  <a:pt x="755725" y="112942"/>
                  <a:pt x="759920" y="127690"/>
                  <a:pt x="761543" y="144287"/>
                </a:cubicBezTo>
                <a:lnTo>
                  <a:pt x="693894" y="144287"/>
                </a:lnTo>
                <a:cubicBezTo>
                  <a:pt x="692992" y="137341"/>
                  <a:pt x="691142" y="131073"/>
                  <a:pt x="688347" y="125480"/>
                </a:cubicBezTo>
                <a:cubicBezTo>
                  <a:pt x="685550" y="119888"/>
                  <a:pt x="681853" y="115107"/>
                  <a:pt x="677252" y="111139"/>
                </a:cubicBezTo>
                <a:cubicBezTo>
                  <a:pt x="672652" y="107170"/>
                  <a:pt x="667195" y="104148"/>
                  <a:pt x="660881" y="102073"/>
                </a:cubicBezTo>
                <a:cubicBezTo>
                  <a:pt x="654657" y="99909"/>
                  <a:pt x="647757" y="98826"/>
                  <a:pt x="640181" y="98826"/>
                </a:cubicBezTo>
                <a:cubicBezTo>
                  <a:pt x="626741" y="98826"/>
                  <a:pt x="615150" y="102119"/>
                  <a:pt x="605409" y="108704"/>
                </a:cubicBezTo>
                <a:cubicBezTo>
                  <a:pt x="595757" y="115288"/>
                  <a:pt x="588316" y="124804"/>
                  <a:pt x="583084" y="137251"/>
                </a:cubicBezTo>
                <a:cubicBezTo>
                  <a:pt x="577943" y="149698"/>
                  <a:pt x="575373" y="164762"/>
                  <a:pt x="575373" y="182440"/>
                </a:cubicBezTo>
                <a:cubicBezTo>
                  <a:pt x="575373" y="200842"/>
                  <a:pt x="577988" y="216266"/>
                  <a:pt x="583219" y="228713"/>
                </a:cubicBezTo>
                <a:cubicBezTo>
                  <a:pt x="588542" y="241070"/>
                  <a:pt x="595983" y="250406"/>
                  <a:pt x="605544" y="256719"/>
                </a:cubicBezTo>
                <a:cubicBezTo>
                  <a:pt x="615196" y="262943"/>
                  <a:pt x="626606" y="266056"/>
                  <a:pt x="639774" y="266056"/>
                </a:cubicBezTo>
                <a:cubicBezTo>
                  <a:pt x="647171" y="266056"/>
                  <a:pt x="653891" y="265108"/>
                  <a:pt x="659934" y="263214"/>
                </a:cubicBezTo>
                <a:cubicBezTo>
                  <a:pt x="666068" y="261320"/>
                  <a:pt x="671434" y="258569"/>
                  <a:pt x="676035" y="254961"/>
                </a:cubicBezTo>
                <a:cubicBezTo>
                  <a:pt x="680725" y="251262"/>
                  <a:pt x="684559" y="246798"/>
                  <a:pt x="687535" y="241566"/>
                </a:cubicBezTo>
                <a:cubicBezTo>
                  <a:pt x="690601" y="236244"/>
                  <a:pt x="692722" y="230246"/>
                  <a:pt x="693894" y="223571"/>
                </a:cubicBezTo>
                <a:lnTo>
                  <a:pt x="761543" y="223977"/>
                </a:lnTo>
                <a:cubicBezTo>
                  <a:pt x="760370" y="236244"/>
                  <a:pt x="756808" y="248332"/>
                  <a:pt x="750855" y="260238"/>
                </a:cubicBezTo>
                <a:cubicBezTo>
                  <a:pt x="744991" y="272144"/>
                  <a:pt x="736919" y="283013"/>
                  <a:pt x="726636" y="292845"/>
                </a:cubicBezTo>
                <a:cubicBezTo>
                  <a:pt x="716353" y="302586"/>
                  <a:pt x="703815" y="310343"/>
                  <a:pt x="689023" y="316115"/>
                </a:cubicBezTo>
                <a:cubicBezTo>
                  <a:pt x="674320" y="321888"/>
                  <a:pt x="657453" y="324774"/>
                  <a:pt x="638422" y="324774"/>
                </a:cubicBezTo>
                <a:cubicBezTo>
                  <a:pt x="613346" y="324774"/>
                  <a:pt x="590887" y="319273"/>
                  <a:pt x="571043" y="308269"/>
                </a:cubicBezTo>
                <a:cubicBezTo>
                  <a:pt x="551290" y="297174"/>
                  <a:pt x="535685" y="281028"/>
                  <a:pt x="524230" y="259831"/>
                </a:cubicBezTo>
                <a:cubicBezTo>
                  <a:pt x="512774" y="238635"/>
                  <a:pt x="507047" y="212838"/>
                  <a:pt x="507047" y="182440"/>
                </a:cubicBezTo>
                <a:cubicBezTo>
                  <a:pt x="507047" y="151954"/>
                  <a:pt x="512865" y="126111"/>
                  <a:pt x="524501" y="104915"/>
                </a:cubicBezTo>
                <a:cubicBezTo>
                  <a:pt x="536136" y="83719"/>
                  <a:pt x="551875" y="67617"/>
                  <a:pt x="571720" y="56613"/>
                </a:cubicBezTo>
                <a:cubicBezTo>
                  <a:pt x="591563" y="45609"/>
                  <a:pt x="613798" y="40107"/>
                  <a:pt x="638422" y="40107"/>
                </a:cubicBezTo>
                <a:close/>
                <a:moveTo>
                  <a:pt x="173334" y="388"/>
                </a:moveTo>
                <a:cubicBezTo>
                  <a:pt x="186670" y="2248"/>
                  <a:pt x="197402" y="11984"/>
                  <a:pt x="203201" y="23874"/>
                </a:cubicBezTo>
                <a:cubicBezTo>
                  <a:pt x="214933" y="47918"/>
                  <a:pt x="211403" y="79576"/>
                  <a:pt x="207884" y="106674"/>
                </a:cubicBezTo>
                <a:cubicBezTo>
                  <a:pt x="204763" y="130701"/>
                  <a:pt x="203452" y="154195"/>
                  <a:pt x="205931" y="178674"/>
                </a:cubicBezTo>
                <a:cubicBezTo>
                  <a:pt x="221741" y="163892"/>
                  <a:pt x="234810" y="148167"/>
                  <a:pt x="245788" y="130013"/>
                </a:cubicBezTo>
                <a:cubicBezTo>
                  <a:pt x="255305" y="114275"/>
                  <a:pt x="264514" y="99287"/>
                  <a:pt x="275688" y="84730"/>
                </a:cubicBezTo>
                <a:cubicBezTo>
                  <a:pt x="295615" y="58793"/>
                  <a:pt x="331178" y="44782"/>
                  <a:pt x="354140" y="66519"/>
                </a:cubicBezTo>
                <a:cubicBezTo>
                  <a:pt x="366138" y="77877"/>
                  <a:pt x="368405" y="94413"/>
                  <a:pt x="361481" y="109150"/>
                </a:cubicBezTo>
                <a:cubicBezTo>
                  <a:pt x="356496" y="119751"/>
                  <a:pt x="348431" y="127338"/>
                  <a:pt x="338417" y="133682"/>
                </a:cubicBezTo>
                <a:cubicBezTo>
                  <a:pt x="299555" y="158314"/>
                  <a:pt x="257847" y="168744"/>
                  <a:pt x="219060" y="194763"/>
                </a:cubicBezTo>
                <a:cubicBezTo>
                  <a:pt x="262060" y="207233"/>
                  <a:pt x="302501" y="197602"/>
                  <a:pt x="346051" y="205287"/>
                </a:cubicBezTo>
                <a:cubicBezTo>
                  <a:pt x="359029" y="207580"/>
                  <a:pt x="370824" y="211988"/>
                  <a:pt x="380609" y="220765"/>
                </a:cubicBezTo>
                <a:cubicBezTo>
                  <a:pt x="390125" y="229305"/>
                  <a:pt x="396469" y="241297"/>
                  <a:pt x="394527" y="254303"/>
                </a:cubicBezTo>
                <a:cubicBezTo>
                  <a:pt x="391541" y="274329"/>
                  <a:pt x="373826" y="287861"/>
                  <a:pt x="353821" y="287105"/>
                </a:cubicBezTo>
                <a:cubicBezTo>
                  <a:pt x="338567" y="286536"/>
                  <a:pt x="324021" y="283032"/>
                  <a:pt x="311392" y="274570"/>
                </a:cubicBezTo>
                <a:lnTo>
                  <a:pt x="277726" y="252008"/>
                </a:lnTo>
                <a:cubicBezTo>
                  <a:pt x="257760" y="236529"/>
                  <a:pt x="236851" y="223551"/>
                  <a:pt x="212863" y="213786"/>
                </a:cubicBezTo>
                <a:cubicBezTo>
                  <a:pt x="218022" y="235690"/>
                  <a:pt x="226890" y="254326"/>
                  <a:pt x="237229" y="273082"/>
                </a:cubicBezTo>
                <a:cubicBezTo>
                  <a:pt x="248840" y="294146"/>
                  <a:pt x="268664" y="330703"/>
                  <a:pt x="269581" y="351281"/>
                </a:cubicBezTo>
                <a:cubicBezTo>
                  <a:pt x="270328" y="368047"/>
                  <a:pt x="262802" y="386479"/>
                  <a:pt x="246106" y="393988"/>
                </a:cubicBezTo>
                <a:lnTo>
                  <a:pt x="246123" y="394009"/>
                </a:lnTo>
                <a:cubicBezTo>
                  <a:pt x="229900" y="401309"/>
                  <a:pt x="210298" y="395495"/>
                  <a:pt x="198604" y="383786"/>
                </a:cubicBezTo>
                <a:cubicBezTo>
                  <a:pt x="184847" y="370016"/>
                  <a:pt x="184037" y="333452"/>
                  <a:pt x="186930" y="312064"/>
                </a:cubicBezTo>
                <a:lnTo>
                  <a:pt x="191644" y="277111"/>
                </a:lnTo>
                <a:cubicBezTo>
                  <a:pt x="194287" y="257526"/>
                  <a:pt x="194809" y="238559"/>
                  <a:pt x="191992" y="218052"/>
                </a:cubicBezTo>
                <a:cubicBezTo>
                  <a:pt x="173570" y="235277"/>
                  <a:pt x="158986" y="253976"/>
                  <a:pt x="146020" y="274836"/>
                </a:cubicBezTo>
                <a:cubicBezTo>
                  <a:pt x="136006" y="290953"/>
                  <a:pt x="126016" y="306071"/>
                  <a:pt x="113756" y="320504"/>
                </a:cubicBezTo>
                <a:cubicBezTo>
                  <a:pt x="107152" y="328281"/>
                  <a:pt x="99665" y="334654"/>
                  <a:pt x="90341" y="338935"/>
                </a:cubicBezTo>
                <a:cubicBezTo>
                  <a:pt x="74347" y="346272"/>
                  <a:pt x="55558" y="343990"/>
                  <a:pt x="42703" y="332486"/>
                </a:cubicBezTo>
                <a:cubicBezTo>
                  <a:pt x="32867" y="323684"/>
                  <a:pt x="29361" y="311880"/>
                  <a:pt x="32856" y="299410"/>
                </a:cubicBezTo>
                <a:cubicBezTo>
                  <a:pt x="35788" y="288932"/>
                  <a:pt x="40995" y="279759"/>
                  <a:pt x="48816" y="271999"/>
                </a:cubicBezTo>
                <a:cubicBezTo>
                  <a:pt x="56637" y="264238"/>
                  <a:pt x="64390" y="258269"/>
                  <a:pt x="74047" y="253899"/>
                </a:cubicBezTo>
                <a:lnTo>
                  <a:pt x="112286" y="236591"/>
                </a:lnTo>
                <a:cubicBezTo>
                  <a:pt x="134459" y="226552"/>
                  <a:pt x="156171" y="217129"/>
                  <a:pt x="177023" y="203107"/>
                </a:cubicBezTo>
                <a:cubicBezTo>
                  <a:pt x="130757" y="189762"/>
                  <a:pt x="75788" y="200667"/>
                  <a:pt x="34342" y="189387"/>
                </a:cubicBezTo>
                <a:cubicBezTo>
                  <a:pt x="19195" y="185266"/>
                  <a:pt x="7530" y="173937"/>
                  <a:pt x="2195" y="160436"/>
                </a:cubicBezTo>
                <a:cubicBezTo>
                  <a:pt x="-6235" y="139108"/>
                  <a:pt x="10629" y="114031"/>
                  <a:pt x="35442" y="111700"/>
                </a:cubicBezTo>
                <a:cubicBezTo>
                  <a:pt x="71031" y="108367"/>
                  <a:pt x="99045" y="131096"/>
                  <a:pt x="126906" y="151097"/>
                </a:cubicBezTo>
                <a:cubicBezTo>
                  <a:pt x="144936" y="164035"/>
                  <a:pt x="163360" y="175189"/>
                  <a:pt x="185089" y="182501"/>
                </a:cubicBezTo>
                <a:cubicBezTo>
                  <a:pt x="179560" y="160787"/>
                  <a:pt x="171367" y="142135"/>
                  <a:pt x="160623" y="123937"/>
                </a:cubicBezTo>
                <a:cubicBezTo>
                  <a:pt x="151216" y="108014"/>
                  <a:pt x="142020" y="92867"/>
                  <a:pt x="134370" y="76024"/>
                </a:cubicBezTo>
                <a:cubicBezTo>
                  <a:pt x="128924" y="64030"/>
                  <a:pt x="126206" y="51838"/>
                  <a:pt x="127306" y="38705"/>
                </a:cubicBezTo>
                <a:cubicBezTo>
                  <a:pt x="129270" y="15210"/>
                  <a:pt x="149618" y="-2908"/>
                  <a:pt x="173334" y="388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AF19C03C-021B-A9F0-99C7-5FF494C9E96D}"/>
              </a:ext>
            </a:extLst>
          </p:cNvPr>
          <p:cNvSpPr>
            <a:spLocks noChangeAspect="1"/>
          </p:cNvSpPr>
          <p:nvPr/>
        </p:nvSpPr>
        <p:spPr>
          <a:xfrm>
            <a:off x="9440229" y="5108362"/>
            <a:ext cx="1798975" cy="329685"/>
          </a:xfrm>
          <a:custGeom>
            <a:avLst/>
            <a:gdLst>
              <a:gd name="csX0" fmla="*/ 1673155 w 2176760"/>
              <a:gd name="csY0" fmla="*/ 227360 h 398918"/>
              <a:gd name="csX1" fmla="*/ 1666259 w 2176760"/>
              <a:gd name="csY1" fmla="*/ 230065 h 398918"/>
              <a:gd name="csX2" fmla="*/ 1657600 w 2176760"/>
              <a:gd name="csY2" fmla="*/ 232366 h 398918"/>
              <a:gd name="csX3" fmla="*/ 1647856 w 2176760"/>
              <a:gd name="csY3" fmla="*/ 234260 h 398918"/>
              <a:gd name="csX4" fmla="*/ 1638246 w 2176760"/>
              <a:gd name="csY4" fmla="*/ 235748 h 398918"/>
              <a:gd name="csX5" fmla="*/ 1622282 w 2176760"/>
              <a:gd name="csY5" fmla="*/ 240349 h 398918"/>
              <a:gd name="csX6" fmla="*/ 1612271 w 2176760"/>
              <a:gd name="csY6" fmla="*/ 248467 h 398918"/>
              <a:gd name="csX7" fmla="*/ 1608890 w 2176760"/>
              <a:gd name="csY7" fmla="*/ 260103 h 398918"/>
              <a:gd name="csX8" fmla="*/ 1616195 w 2176760"/>
              <a:gd name="csY8" fmla="*/ 275797 h 398918"/>
              <a:gd name="csX9" fmla="*/ 1634998 w 2176760"/>
              <a:gd name="csY9" fmla="*/ 281209 h 398918"/>
              <a:gd name="csX10" fmla="*/ 1654209 w 2176760"/>
              <a:gd name="csY10" fmla="*/ 276879 h 398918"/>
              <a:gd name="csX11" fmla="*/ 1668011 w 2176760"/>
              <a:gd name="csY11" fmla="*/ 264973 h 398918"/>
              <a:gd name="csX12" fmla="*/ 1673155 w 2176760"/>
              <a:gd name="csY12" fmla="*/ 247113 h 398918"/>
              <a:gd name="csX13" fmla="*/ 1434430 w 2176760"/>
              <a:gd name="csY13" fmla="*/ 162146 h 398918"/>
              <a:gd name="csX14" fmla="*/ 1413732 w 2176760"/>
              <a:gd name="csY14" fmla="*/ 168776 h 398918"/>
              <a:gd name="csX15" fmla="*/ 1400606 w 2176760"/>
              <a:gd name="csY15" fmla="*/ 187717 h 398918"/>
              <a:gd name="csX16" fmla="*/ 1396139 w 2176760"/>
              <a:gd name="csY16" fmla="*/ 217077 h 398918"/>
              <a:gd name="csX17" fmla="*/ 1400606 w 2176760"/>
              <a:gd name="csY17" fmla="*/ 246302 h 398918"/>
              <a:gd name="csX18" fmla="*/ 1413732 w 2176760"/>
              <a:gd name="csY18" fmla="*/ 265649 h 398918"/>
              <a:gd name="csX19" fmla="*/ 1434430 w 2176760"/>
              <a:gd name="csY19" fmla="*/ 272415 h 398918"/>
              <a:gd name="csX20" fmla="*/ 1455127 w 2176760"/>
              <a:gd name="csY20" fmla="*/ 265649 h 398918"/>
              <a:gd name="csX21" fmla="*/ 1467986 w 2176760"/>
              <a:gd name="csY21" fmla="*/ 246302 h 398918"/>
              <a:gd name="csX22" fmla="*/ 1472444 w 2176760"/>
              <a:gd name="csY22" fmla="*/ 217077 h 398918"/>
              <a:gd name="csX23" fmla="*/ 1467986 w 2176760"/>
              <a:gd name="csY23" fmla="*/ 187988 h 398918"/>
              <a:gd name="csX24" fmla="*/ 1455127 w 2176760"/>
              <a:gd name="csY24" fmla="*/ 168911 h 398918"/>
              <a:gd name="csX25" fmla="*/ 1434430 w 2176760"/>
              <a:gd name="csY25" fmla="*/ 162146 h 398918"/>
              <a:gd name="csX26" fmla="*/ 878231 w 2176760"/>
              <a:gd name="csY26" fmla="*/ 159440 h 398918"/>
              <a:gd name="csX27" fmla="*/ 857395 w 2176760"/>
              <a:gd name="csY27" fmla="*/ 166746 h 398918"/>
              <a:gd name="csX28" fmla="*/ 844542 w 2176760"/>
              <a:gd name="csY28" fmla="*/ 187041 h 398918"/>
              <a:gd name="csX29" fmla="*/ 840212 w 2176760"/>
              <a:gd name="csY29" fmla="*/ 217348 h 398918"/>
              <a:gd name="csX30" fmla="*/ 844542 w 2176760"/>
              <a:gd name="csY30" fmla="*/ 247384 h 398918"/>
              <a:gd name="csX31" fmla="*/ 857395 w 2176760"/>
              <a:gd name="csY31" fmla="*/ 267679 h 398918"/>
              <a:gd name="csX32" fmla="*/ 878231 w 2176760"/>
              <a:gd name="csY32" fmla="*/ 274985 h 398918"/>
              <a:gd name="csX33" fmla="*/ 898390 w 2176760"/>
              <a:gd name="csY33" fmla="*/ 267679 h 398918"/>
              <a:gd name="csX34" fmla="*/ 910973 w 2176760"/>
              <a:gd name="csY34" fmla="*/ 247384 h 398918"/>
              <a:gd name="csX35" fmla="*/ 915438 w 2176760"/>
              <a:gd name="csY35" fmla="*/ 217348 h 398918"/>
              <a:gd name="csX36" fmla="*/ 910973 w 2176760"/>
              <a:gd name="csY36" fmla="*/ 187041 h 398918"/>
              <a:gd name="csX37" fmla="*/ 898390 w 2176760"/>
              <a:gd name="csY37" fmla="*/ 166746 h 398918"/>
              <a:gd name="csX38" fmla="*/ 878231 w 2176760"/>
              <a:gd name="csY38" fmla="*/ 159440 h 398918"/>
              <a:gd name="csX39" fmla="*/ 1958524 w 2176760"/>
              <a:gd name="csY39" fmla="*/ 113168 h 398918"/>
              <a:gd name="csX40" fmla="*/ 2027789 w 2176760"/>
              <a:gd name="csY40" fmla="*/ 113168 h 398918"/>
              <a:gd name="csX41" fmla="*/ 2066080 w 2176760"/>
              <a:gd name="csY41" fmla="*/ 261455 h 398918"/>
              <a:gd name="csX42" fmla="*/ 2068252 w 2176760"/>
              <a:gd name="csY42" fmla="*/ 261455 h 398918"/>
              <a:gd name="csX43" fmla="*/ 2107076 w 2176760"/>
              <a:gd name="csY43" fmla="*/ 113168 h 398918"/>
              <a:gd name="csX44" fmla="*/ 2176760 w 2176760"/>
              <a:gd name="csY44" fmla="*/ 113168 h 398918"/>
              <a:gd name="csX45" fmla="*/ 2098417 w 2176760"/>
              <a:gd name="csY45" fmla="*/ 340875 h 398918"/>
              <a:gd name="csX46" fmla="*/ 2082320 w 2176760"/>
              <a:gd name="csY46" fmla="*/ 370912 h 398918"/>
              <a:gd name="csX47" fmla="*/ 2055669 w 2176760"/>
              <a:gd name="csY47" fmla="*/ 391477 h 398918"/>
              <a:gd name="csX48" fmla="*/ 2015617 w 2176760"/>
              <a:gd name="csY48" fmla="*/ 398918 h 398918"/>
              <a:gd name="csX49" fmla="*/ 1993157 w 2176760"/>
              <a:gd name="csY49" fmla="*/ 397024 h 398918"/>
              <a:gd name="csX50" fmla="*/ 1975030 w 2176760"/>
              <a:gd name="csY50" fmla="*/ 392289 h 398918"/>
              <a:gd name="csX51" fmla="*/ 1989642 w 2176760"/>
              <a:gd name="csY51" fmla="*/ 344258 h 398918"/>
              <a:gd name="csX52" fmla="*/ 2007225 w 2176760"/>
              <a:gd name="csY52" fmla="*/ 348046 h 398918"/>
              <a:gd name="csX53" fmla="*/ 2020893 w 2176760"/>
              <a:gd name="csY53" fmla="*/ 345475 h 398918"/>
              <a:gd name="csX54" fmla="*/ 2029818 w 2176760"/>
              <a:gd name="csY54" fmla="*/ 334787 h 398918"/>
              <a:gd name="csX55" fmla="*/ 2032390 w 2176760"/>
              <a:gd name="csY55" fmla="*/ 328563 h 398918"/>
              <a:gd name="csX56" fmla="*/ 1888582 w 2176760"/>
              <a:gd name="csY56" fmla="*/ 110462 h 398918"/>
              <a:gd name="csX57" fmla="*/ 1926596 w 2176760"/>
              <a:gd name="csY57" fmla="*/ 120339 h 398918"/>
              <a:gd name="csX58" fmla="*/ 1951761 w 2176760"/>
              <a:gd name="csY58" fmla="*/ 147669 h 398918"/>
              <a:gd name="csX59" fmla="*/ 1960695 w 2176760"/>
              <a:gd name="csY59" fmla="*/ 188530 h 398918"/>
              <a:gd name="csX60" fmla="*/ 1960695 w 2176760"/>
              <a:gd name="csY60" fmla="*/ 320986 h 398918"/>
              <a:gd name="csX61" fmla="*/ 1894535 w 2176760"/>
              <a:gd name="csY61" fmla="*/ 320986 h 398918"/>
              <a:gd name="csX62" fmla="*/ 1894535 w 2176760"/>
              <a:gd name="csY62" fmla="*/ 201518 h 398918"/>
              <a:gd name="csX63" fmla="*/ 1885734 w 2176760"/>
              <a:gd name="csY63" fmla="*/ 174458 h 398918"/>
              <a:gd name="csX64" fmla="*/ 1861245 w 2176760"/>
              <a:gd name="csY64" fmla="*/ 164717 h 398918"/>
              <a:gd name="csX65" fmla="*/ 1842843 w 2176760"/>
              <a:gd name="csY65" fmla="*/ 169317 h 398918"/>
              <a:gd name="csX66" fmla="*/ 1830670 w 2176760"/>
              <a:gd name="csY66" fmla="*/ 182170 h 398918"/>
              <a:gd name="csX67" fmla="*/ 1826345 w 2176760"/>
              <a:gd name="csY67" fmla="*/ 202465 h 398918"/>
              <a:gd name="csX68" fmla="*/ 1826345 w 2176760"/>
              <a:gd name="csY68" fmla="*/ 320986 h 398918"/>
              <a:gd name="csX69" fmla="*/ 1760175 w 2176760"/>
              <a:gd name="csY69" fmla="*/ 320986 h 398918"/>
              <a:gd name="csX70" fmla="*/ 1760175 w 2176760"/>
              <a:gd name="csY70" fmla="*/ 113168 h 398918"/>
              <a:gd name="csX71" fmla="*/ 1823097 w 2176760"/>
              <a:gd name="csY71" fmla="*/ 113168 h 398918"/>
              <a:gd name="csX72" fmla="*/ 1823097 w 2176760"/>
              <a:gd name="csY72" fmla="*/ 151322 h 398918"/>
              <a:gd name="csX73" fmla="*/ 1825393 w 2176760"/>
              <a:gd name="csY73" fmla="*/ 151322 h 398918"/>
              <a:gd name="csX74" fmla="*/ 1848939 w 2176760"/>
              <a:gd name="csY74" fmla="*/ 121421 h 398918"/>
              <a:gd name="csX75" fmla="*/ 1888582 w 2176760"/>
              <a:gd name="csY75" fmla="*/ 110462 h 398918"/>
              <a:gd name="csX76" fmla="*/ 1646770 w 2176760"/>
              <a:gd name="csY76" fmla="*/ 110462 h 398918"/>
              <a:gd name="csX77" fmla="*/ 1683442 w 2176760"/>
              <a:gd name="csY77" fmla="*/ 115198 h 398918"/>
              <a:gd name="csX78" fmla="*/ 1712664 w 2176760"/>
              <a:gd name="csY78" fmla="*/ 128727 h 398918"/>
              <a:gd name="csX79" fmla="*/ 1731876 w 2176760"/>
              <a:gd name="csY79" fmla="*/ 150375 h 398918"/>
              <a:gd name="csX80" fmla="*/ 1738772 w 2176760"/>
              <a:gd name="csY80" fmla="*/ 179735 h 398918"/>
              <a:gd name="csX81" fmla="*/ 1738772 w 2176760"/>
              <a:gd name="csY81" fmla="*/ 320986 h 398918"/>
              <a:gd name="csX82" fmla="*/ 1676536 w 2176760"/>
              <a:gd name="csY82" fmla="*/ 320986 h 398918"/>
              <a:gd name="csX83" fmla="*/ 1676536 w 2176760"/>
              <a:gd name="csY83" fmla="*/ 292032 h 398918"/>
              <a:gd name="csX84" fmla="*/ 1674917 w 2176760"/>
              <a:gd name="csY84" fmla="*/ 292032 h 398918"/>
              <a:gd name="csX85" fmla="*/ 1660705 w 2176760"/>
              <a:gd name="csY85" fmla="*/ 309892 h 398918"/>
              <a:gd name="csX86" fmla="*/ 1640551 w 2176760"/>
              <a:gd name="csY86" fmla="*/ 320851 h 398918"/>
              <a:gd name="csX87" fmla="*/ 1614576 w 2176760"/>
              <a:gd name="csY87" fmla="*/ 324504 h 398918"/>
              <a:gd name="csX88" fmla="*/ 1579257 w 2176760"/>
              <a:gd name="csY88" fmla="*/ 317875 h 398918"/>
              <a:gd name="csX89" fmla="*/ 1555045 w 2176760"/>
              <a:gd name="csY89" fmla="*/ 297580 h 398918"/>
              <a:gd name="csX90" fmla="*/ 1546244 w 2176760"/>
              <a:gd name="csY90" fmla="*/ 263350 h 398918"/>
              <a:gd name="csX91" fmla="*/ 1552330 w 2176760"/>
              <a:gd name="csY91" fmla="*/ 234125 h 398918"/>
              <a:gd name="csX92" fmla="*/ 1569113 w 2176760"/>
              <a:gd name="csY92" fmla="*/ 214777 h 398918"/>
              <a:gd name="csX93" fmla="*/ 1593735 w 2176760"/>
              <a:gd name="csY93" fmla="*/ 203548 h 398918"/>
              <a:gd name="csX94" fmla="*/ 1623501 w 2176760"/>
              <a:gd name="csY94" fmla="*/ 198271 h 398918"/>
              <a:gd name="csX95" fmla="*/ 1652047 w 2176760"/>
              <a:gd name="csY95" fmla="*/ 194889 h 398918"/>
              <a:gd name="csX96" fmla="*/ 1667745 w 2176760"/>
              <a:gd name="csY96" fmla="*/ 189612 h 398918"/>
              <a:gd name="csX97" fmla="*/ 1672755 w 2176760"/>
              <a:gd name="csY97" fmla="*/ 179735 h 398918"/>
              <a:gd name="csX98" fmla="*/ 1672755 w 2176760"/>
              <a:gd name="csY98" fmla="*/ 179058 h 398918"/>
              <a:gd name="csX99" fmla="*/ 1665582 w 2176760"/>
              <a:gd name="csY99" fmla="*/ 162958 h 398918"/>
              <a:gd name="csX100" fmla="*/ 1646228 w 2176760"/>
              <a:gd name="csY100" fmla="*/ 157275 h 398918"/>
              <a:gd name="csX101" fmla="*/ 1625130 w 2176760"/>
              <a:gd name="csY101" fmla="*/ 162958 h 398918"/>
              <a:gd name="csX102" fmla="*/ 1614976 w 2176760"/>
              <a:gd name="csY102" fmla="*/ 178652 h 398918"/>
              <a:gd name="csX103" fmla="*/ 1553959 w 2176760"/>
              <a:gd name="csY103" fmla="*/ 176487 h 398918"/>
              <a:gd name="csX104" fmla="*/ 1567894 w 2176760"/>
              <a:gd name="csY104" fmla="*/ 142663 h 398918"/>
              <a:gd name="csX105" fmla="*/ 1599012 w 2176760"/>
              <a:gd name="csY105" fmla="*/ 119121 h 398918"/>
              <a:gd name="csX106" fmla="*/ 1646770 w 2176760"/>
              <a:gd name="csY106" fmla="*/ 110462 h 398918"/>
              <a:gd name="csX107" fmla="*/ 1457699 w 2176760"/>
              <a:gd name="csY107" fmla="*/ 110462 h 398918"/>
              <a:gd name="csX108" fmla="*/ 1498152 w 2176760"/>
              <a:gd name="csY108" fmla="*/ 121827 h 398918"/>
              <a:gd name="csX109" fmla="*/ 1528727 w 2176760"/>
              <a:gd name="csY109" fmla="*/ 156870 h 398918"/>
              <a:gd name="csX110" fmla="*/ 1540367 w 2176760"/>
              <a:gd name="csY110" fmla="*/ 217212 h 398918"/>
              <a:gd name="csX111" fmla="*/ 1529137 w 2176760"/>
              <a:gd name="csY111" fmla="*/ 276338 h 398918"/>
              <a:gd name="csX112" fmla="*/ 1499104 w 2176760"/>
              <a:gd name="csY112" fmla="*/ 312057 h 398918"/>
              <a:gd name="csX113" fmla="*/ 1457290 w 2176760"/>
              <a:gd name="csY113" fmla="*/ 323963 h 398918"/>
              <a:gd name="csX114" fmla="*/ 1430096 w 2176760"/>
              <a:gd name="csY114" fmla="*/ 318821 h 398918"/>
              <a:gd name="csX115" fmla="*/ 1410750 w 2176760"/>
              <a:gd name="csY115" fmla="*/ 305292 h 398918"/>
              <a:gd name="csX116" fmla="*/ 1398844 w 2176760"/>
              <a:gd name="csY116" fmla="*/ 287297 h 398918"/>
              <a:gd name="csX117" fmla="*/ 1397492 w 2176760"/>
              <a:gd name="csY117" fmla="*/ 287297 h 398918"/>
              <a:gd name="csX118" fmla="*/ 1397492 w 2176760"/>
              <a:gd name="csY118" fmla="*/ 398918 h 398918"/>
              <a:gd name="csX119" fmla="*/ 1331331 w 2176760"/>
              <a:gd name="csY119" fmla="*/ 398918 h 398918"/>
              <a:gd name="csX120" fmla="*/ 1331331 w 2176760"/>
              <a:gd name="csY120" fmla="*/ 113168 h 398918"/>
              <a:gd name="csX121" fmla="*/ 1396815 w 2176760"/>
              <a:gd name="csY121" fmla="*/ 113168 h 398918"/>
              <a:gd name="csX122" fmla="*/ 1396815 w 2176760"/>
              <a:gd name="csY122" fmla="*/ 148751 h 398918"/>
              <a:gd name="csX123" fmla="*/ 1398844 w 2176760"/>
              <a:gd name="csY123" fmla="*/ 148751 h 398918"/>
              <a:gd name="csX124" fmla="*/ 1410350 w 2176760"/>
              <a:gd name="csY124" fmla="*/ 130486 h 398918"/>
              <a:gd name="csX125" fmla="*/ 1429562 w 2176760"/>
              <a:gd name="csY125" fmla="*/ 116145 h 398918"/>
              <a:gd name="csX126" fmla="*/ 1457699 w 2176760"/>
              <a:gd name="csY126" fmla="*/ 110462 h 398918"/>
              <a:gd name="csX127" fmla="*/ 1121591 w 2176760"/>
              <a:gd name="csY127" fmla="*/ 110462 h 398918"/>
              <a:gd name="csX128" fmla="*/ 1158662 w 2176760"/>
              <a:gd name="csY128" fmla="*/ 121557 h 398918"/>
              <a:gd name="csX129" fmla="*/ 1178283 w 2176760"/>
              <a:gd name="csY129" fmla="*/ 151322 h 398918"/>
              <a:gd name="csX130" fmla="*/ 1180445 w 2176760"/>
              <a:gd name="csY130" fmla="*/ 151322 h 398918"/>
              <a:gd name="csX131" fmla="*/ 1203182 w 2176760"/>
              <a:gd name="csY131" fmla="*/ 121692 h 398918"/>
              <a:gd name="csX132" fmla="*/ 1243091 w 2176760"/>
              <a:gd name="csY132" fmla="*/ 110462 h 398918"/>
              <a:gd name="csX133" fmla="*/ 1290983 w 2176760"/>
              <a:gd name="csY133" fmla="*/ 129404 h 398918"/>
              <a:gd name="csX134" fmla="*/ 1309385 w 2176760"/>
              <a:gd name="csY134" fmla="*/ 181088 h 398918"/>
              <a:gd name="csX135" fmla="*/ 1309385 w 2176760"/>
              <a:gd name="csY135" fmla="*/ 320986 h 398918"/>
              <a:gd name="csX136" fmla="*/ 1243225 w 2176760"/>
              <a:gd name="csY136" fmla="*/ 320986 h 398918"/>
              <a:gd name="csX137" fmla="*/ 1243225 w 2176760"/>
              <a:gd name="csY137" fmla="*/ 196241 h 398918"/>
              <a:gd name="csX138" fmla="*/ 1235243 w 2176760"/>
              <a:gd name="csY138" fmla="*/ 172564 h 398918"/>
              <a:gd name="csX139" fmla="*/ 1214545 w 2176760"/>
              <a:gd name="csY139" fmla="*/ 164311 h 398918"/>
              <a:gd name="csX140" fmla="*/ 1193028 w 2176760"/>
              <a:gd name="csY140" fmla="*/ 173240 h 398918"/>
              <a:gd name="csX141" fmla="*/ 1185322 w 2176760"/>
              <a:gd name="csY141" fmla="*/ 196917 h 398918"/>
              <a:gd name="csX142" fmla="*/ 1185322 w 2176760"/>
              <a:gd name="csY142" fmla="*/ 320986 h 398918"/>
              <a:gd name="csX143" fmla="*/ 1121724 w 2176760"/>
              <a:gd name="csY143" fmla="*/ 320986 h 398918"/>
              <a:gd name="csX144" fmla="*/ 1121724 w 2176760"/>
              <a:gd name="csY144" fmla="*/ 195565 h 398918"/>
              <a:gd name="csX145" fmla="*/ 1113885 w 2176760"/>
              <a:gd name="csY145" fmla="*/ 172699 h 398918"/>
              <a:gd name="csX146" fmla="*/ 1093177 w 2176760"/>
              <a:gd name="csY146" fmla="*/ 164311 h 398918"/>
              <a:gd name="csX147" fmla="*/ 1077890 w 2176760"/>
              <a:gd name="csY147" fmla="*/ 168505 h 398918"/>
              <a:gd name="csX148" fmla="*/ 1067469 w 2176760"/>
              <a:gd name="csY148" fmla="*/ 180141 h 398918"/>
              <a:gd name="csX149" fmla="*/ 1063821 w 2176760"/>
              <a:gd name="csY149" fmla="*/ 198000 h 398918"/>
              <a:gd name="csX150" fmla="*/ 1063821 w 2176760"/>
              <a:gd name="csY150" fmla="*/ 320986 h 398918"/>
              <a:gd name="csX151" fmla="*/ 997661 w 2176760"/>
              <a:gd name="csY151" fmla="*/ 320986 h 398918"/>
              <a:gd name="csX152" fmla="*/ 997661 w 2176760"/>
              <a:gd name="csY152" fmla="*/ 113168 h 398918"/>
              <a:gd name="csX153" fmla="*/ 1060573 w 2176760"/>
              <a:gd name="csY153" fmla="*/ 113168 h 398918"/>
              <a:gd name="csX154" fmla="*/ 1060573 w 2176760"/>
              <a:gd name="csY154" fmla="*/ 151322 h 398918"/>
              <a:gd name="csX155" fmla="*/ 1062869 w 2176760"/>
              <a:gd name="csY155" fmla="*/ 151322 h 398918"/>
              <a:gd name="csX156" fmla="*/ 1084795 w 2176760"/>
              <a:gd name="csY156" fmla="*/ 121421 h 398918"/>
              <a:gd name="csX157" fmla="*/ 1121591 w 2176760"/>
              <a:gd name="csY157" fmla="*/ 110462 h 398918"/>
              <a:gd name="csX158" fmla="*/ 877825 w 2176760"/>
              <a:gd name="csY158" fmla="*/ 110462 h 398918"/>
              <a:gd name="csX159" fmla="*/ 933977 w 2176760"/>
              <a:gd name="csY159" fmla="*/ 123992 h 398918"/>
              <a:gd name="csX160" fmla="*/ 970095 w 2176760"/>
              <a:gd name="csY160" fmla="*/ 161604 h 398918"/>
              <a:gd name="csX161" fmla="*/ 982821 w 2176760"/>
              <a:gd name="csY161" fmla="*/ 217753 h 398918"/>
              <a:gd name="csX162" fmla="*/ 970095 w 2176760"/>
              <a:gd name="csY162" fmla="*/ 273902 h 398918"/>
              <a:gd name="csX163" fmla="*/ 933977 w 2176760"/>
              <a:gd name="csY163" fmla="*/ 311516 h 398918"/>
              <a:gd name="csX164" fmla="*/ 877825 w 2176760"/>
              <a:gd name="csY164" fmla="*/ 324910 h 398918"/>
              <a:gd name="csX165" fmla="*/ 821541 w 2176760"/>
              <a:gd name="csY165" fmla="*/ 311516 h 398918"/>
              <a:gd name="csX166" fmla="*/ 785416 w 2176760"/>
              <a:gd name="csY166" fmla="*/ 273902 h 398918"/>
              <a:gd name="csX167" fmla="*/ 772834 w 2176760"/>
              <a:gd name="csY167" fmla="*/ 217753 h 398918"/>
              <a:gd name="csX168" fmla="*/ 785416 w 2176760"/>
              <a:gd name="csY168" fmla="*/ 161604 h 398918"/>
              <a:gd name="csX169" fmla="*/ 821541 w 2176760"/>
              <a:gd name="csY169" fmla="*/ 123992 h 398918"/>
              <a:gd name="csX170" fmla="*/ 877825 w 2176760"/>
              <a:gd name="csY170" fmla="*/ 110462 h 398918"/>
              <a:gd name="csX171" fmla="*/ 638422 w 2176760"/>
              <a:gd name="csY171" fmla="*/ 40107 h 398918"/>
              <a:gd name="csX172" fmla="*/ 684964 w 2176760"/>
              <a:gd name="csY172" fmla="*/ 47143 h 398918"/>
              <a:gd name="csX173" fmla="*/ 722577 w 2176760"/>
              <a:gd name="csY173" fmla="*/ 67437 h 398918"/>
              <a:gd name="csX174" fmla="*/ 748960 w 2176760"/>
              <a:gd name="csY174" fmla="*/ 100044 h 398918"/>
              <a:gd name="csX175" fmla="*/ 761543 w 2176760"/>
              <a:gd name="csY175" fmla="*/ 144287 h 398918"/>
              <a:gd name="csX176" fmla="*/ 693894 w 2176760"/>
              <a:gd name="csY176" fmla="*/ 144287 h 398918"/>
              <a:gd name="csX177" fmla="*/ 688347 w 2176760"/>
              <a:gd name="csY177" fmla="*/ 125480 h 398918"/>
              <a:gd name="csX178" fmla="*/ 677252 w 2176760"/>
              <a:gd name="csY178" fmla="*/ 111139 h 398918"/>
              <a:gd name="csX179" fmla="*/ 660881 w 2176760"/>
              <a:gd name="csY179" fmla="*/ 102073 h 398918"/>
              <a:gd name="csX180" fmla="*/ 640181 w 2176760"/>
              <a:gd name="csY180" fmla="*/ 98826 h 398918"/>
              <a:gd name="csX181" fmla="*/ 605409 w 2176760"/>
              <a:gd name="csY181" fmla="*/ 108704 h 398918"/>
              <a:gd name="csX182" fmla="*/ 583084 w 2176760"/>
              <a:gd name="csY182" fmla="*/ 137251 h 398918"/>
              <a:gd name="csX183" fmla="*/ 575373 w 2176760"/>
              <a:gd name="csY183" fmla="*/ 182440 h 398918"/>
              <a:gd name="csX184" fmla="*/ 583219 w 2176760"/>
              <a:gd name="csY184" fmla="*/ 228713 h 398918"/>
              <a:gd name="csX185" fmla="*/ 605544 w 2176760"/>
              <a:gd name="csY185" fmla="*/ 256719 h 398918"/>
              <a:gd name="csX186" fmla="*/ 639774 w 2176760"/>
              <a:gd name="csY186" fmla="*/ 266056 h 398918"/>
              <a:gd name="csX187" fmla="*/ 659934 w 2176760"/>
              <a:gd name="csY187" fmla="*/ 263214 h 398918"/>
              <a:gd name="csX188" fmla="*/ 676035 w 2176760"/>
              <a:gd name="csY188" fmla="*/ 254961 h 398918"/>
              <a:gd name="csX189" fmla="*/ 687535 w 2176760"/>
              <a:gd name="csY189" fmla="*/ 241566 h 398918"/>
              <a:gd name="csX190" fmla="*/ 693894 w 2176760"/>
              <a:gd name="csY190" fmla="*/ 223571 h 398918"/>
              <a:gd name="csX191" fmla="*/ 761543 w 2176760"/>
              <a:gd name="csY191" fmla="*/ 223977 h 398918"/>
              <a:gd name="csX192" fmla="*/ 750855 w 2176760"/>
              <a:gd name="csY192" fmla="*/ 260238 h 398918"/>
              <a:gd name="csX193" fmla="*/ 726636 w 2176760"/>
              <a:gd name="csY193" fmla="*/ 292845 h 398918"/>
              <a:gd name="csX194" fmla="*/ 689023 w 2176760"/>
              <a:gd name="csY194" fmla="*/ 316115 h 398918"/>
              <a:gd name="csX195" fmla="*/ 638422 w 2176760"/>
              <a:gd name="csY195" fmla="*/ 324774 h 398918"/>
              <a:gd name="csX196" fmla="*/ 571043 w 2176760"/>
              <a:gd name="csY196" fmla="*/ 308269 h 398918"/>
              <a:gd name="csX197" fmla="*/ 524230 w 2176760"/>
              <a:gd name="csY197" fmla="*/ 259831 h 398918"/>
              <a:gd name="csX198" fmla="*/ 507047 w 2176760"/>
              <a:gd name="csY198" fmla="*/ 182440 h 398918"/>
              <a:gd name="csX199" fmla="*/ 524501 w 2176760"/>
              <a:gd name="csY199" fmla="*/ 104915 h 398918"/>
              <a:gd name="csX200" fmla="*/ 571720 w 2176760"/>
              <a:gd name="csY200" fmla="*/ 56613 h 398918"/>
              <a:gd name="csX201" fmla="*/ 638422 w 2176760"/>
              <a:gd name="csY201" fmla="*/ 40107 h 398918"/>
              <a:gd name="csX202" fmla="*/ 173334 w 2176760"/>
              <a:gd name="csY202" fmla="*/ 388 h 398918"/>
              <a:gd name="csX203" fmla="*/ 203201 w 2176760"/>
              <a:gd name="csY203" fmla="*/ 23874 h 398918"/>
              <a:gd name="csX204" fmla="*/ 207884 w 2176760"/>
              <a:gd name="csY204" fmla="*/ 106674 h 398918"/>
              <a:gd name="csX205" fmla="*/ 205931 w 2176760"/>
              <a:gd name="csY205" fmla="*/ 178674 h 398918"/>
              <a:gd name="csX206" fmla="*/ 245788 w 2176760"/>
              <a:gd name="csY206" fmla="*/ 130013 h 398918"/>
              <a:gd name="csX207" fmla="*/ 275688 w 2176760"/>
              <a:gd name="csY207" fmla="*/ 84730 h 398918"/>
              <a:gd name="csX208" fmla="*/ 354140 w 2176760"/>
              <a:gd name="csY208" fmla="*/ 66519 h 398918"/>
              <a:gd name="csX209" fmla="*/ 361481 w 2176760"/>
              <a:gd name="csY209" fmla="*/ 109150 h 398918"/>
              <a:gd name="csX210" fmla="*/ 338417 w 2176760"/>
              <a:gd name="csY210" fmla="*/ 133682 h 398918"/>
              <a:gd name="csX211" fmla="*/ 219060 w 2176760"/>
              <a:gd name="csY211" fmla="*/ 194763 h 398918"/>
              <a:gd name="csX212" fmla="*/ 346051 w 2176760"/>
              <a:gd name="csY212" fmla="*/ 205287 h 398918"/>
              <a:gd name="csX213" fmla="*/ 380609 w 2176760"/>
              <a:gd name="csY213" fmla="*/ 220765 h 398918"/>
              <a:gd name="csX214" fmla="*/ 394527 w 2176760"/>
              <a:gd name="csY214" fmla="*/ 254303 h 398918"/>
              <a:gd name="csX215" fmla="*/ 353821 w 2176760"/>
              <a:gd name="csY215" fmla="*/ 287105 h 398918"/>
              <a:gd name="csX216" fmla="*/ 311392 w 2176760"/>
              <a:gd name="csY216" fmla="*/ 274570 h 398918"/>
              <a:gd name="csX217" fmla="*/ 277726 w 2176760"/>
              <a:gd name="csY217" fmla="*/ 252008 h 398918"/>
              <a:gd name="csX218" fmla="*/ 212863 w 2176760"/>
              <a:gd name="csY218" fmla="*/ 213786 h 398918"/>
              <a:gd name="csX219" fmla="*/ 237229 w 2176760"/>
              <a:gd name="csY219" fmla="*/ 273082 h 398918"/>
              <a:gd name="csX220" fmla="*/ 269581 w 2176760"/>
              <a:gd name="csY220" fmla="*/ 351281 h 398918"/>
              <a:gd name="csX221" fmla="*/ 246106 w 2176760"/>
              <a:gd name="csY221" fmla="*/ 393988 h 398918"/>
              <a:gd name="csX222" fmla="*/ 246123 w 2176760"/>
              <a:gd name="csY222" fmla="*/ 394009 h 398918"/>
              <a:gd name="csX223" fmla="*/ 198604 w 2176760"/>
              <a:gd name="csY223" fmla="*/ 383786 h 398918"/>
              <a:gd name="csX224" fmla="*/ 186930 w 2176760"/>
              <a:gd name="csY224" fmla="*/ 312064 h 398918"/>
              <a:gd name="csX225" fmla="*/ 191644 w 2176760"/>
              <a:gd name="csY225" fmla="*/ 277111 h 398918"/>
              <a:gd name="csX226" fmla="*/ 191992 w 2176760"/>
              <a:gd name="csY226" fmla="*/ 218052 h 398918"/>
              <a:gd name="csX227" fmla="*/ 146020 w 2176760"/>
              <a:gd name="csY227" fmla="*/ 274836 h 398918"/>
              <a:gd name="csX228" fmla="*/ 113756 w 2176760"/>
              <a:gd name="csY228" fmla="*/ 320504 h 398918"/>
              <a:gd name="csX229" fmla="*/ 90341 w 2176760"/>
              <a:gd name="csY229" fmla="*/ 338935 h 398918"/>
              <a:gd name="csX230" fmla="*/ 42703 w 2176760"/>
              <a:gd name="csY230" fmla="*/ 332486 h 398918"/>
              <a:gd name="csX231" fmla="*/ 32856 w 2176760"/>
              <a:gd name="csY231" fmla="*/ 299410 h 398918"/>
              <a:gd name="csX232" fmla="*/ 48816 w 2176760"/>
              <a:gd name="csY232" fmla="*/ 271999 h 398918"/>
              <a:gd name="csX233" fmla="*/ 74047 w 2176760"/>
              <a:gd name="csY233" fmla="*/ 253899 h 398918"/>
              <a:gd name="csX234" fmla="*/ 112286 w 2176760"/>
              <a:gd name="csY234" fmla="*/ 236591 h 398918"/>
              <a:gd name="csX235" fmla="*/ 177023 w 2176760"/>
              <a:gd name="csY235" fmla="*/ 203107 h 398918"/>
              <a:gd name="csX236" fmla="*/ 34342 w 2176760"/>
              <a:gd name="csY236" fmla="*/ 189387 h 398918"/>
              <a:gd name="csX237" fmla="*/ 2195 w 2176760"/>
              <a:gd name="csY237" fmla="*/ 160436 h 398918"/>
              <a:gd name="csX238" fmla="*/ 35442 w 2176760"/>
              <a:gd name="csY238" fmla="*/ 111700 h 398918"/>
              <a:gd name="csX239" fmla="*/ 126906 w 2176760"/>
              <a:gd name="csY239" fmla="*/ 151097 h 398918"/>
              <a:gd name="csX240" fmla="*/ 185089 w 2176760"/>
              <a:gd name="csY240" fmla="*/ 182501 h 398918"/>
              <a:gd name="csX241" fmla="*/ 160623 w 2176760"/>
              <a:gd name="csY241" fmla="*/ 123937 h 398918"/>
              <a:gd name="csX242" fmla="*/ 134370 w 2176760"/>
              <a:gd name="csY242" fmla="*/ 76024 h 398918"/>
              <a:gd name="csX243" fmla="*/ 127306 w 2176760"/>
              <a:gd name="csY243" fmla="*/ 38705 h 398918"/>
              <a:gd name="csX244" fmla="*/ 173334 w 2176760"/>
              <a:gd name="csY244" fmla="*/ 388 h 3989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</a:cxnLst>
            <a:rect l="l" t="t" r="r" b="b"/>
            <a:pathLst>
              <a:path w="2176760" h="398918">
                <a:moveTo>
                  <a:pt x="1673155" y="227360"/>
                </a:moveTo>
                <a:cubicBezTo>
                  <a:pt x="1671259" y="228352"/>
                  <a:pt x="1668964" y="229254"/>
                  <a:pt x="1666259" y="230065"/>
                </a:cubicBezTo>
                <a:cubicBezTo>
                  <a:pt x="1663639" y="230878"/>
                  <a:pt x="1660753" y="231645"/>
                  <a:pt x="1657600" y="232366"/>
                </a:cubicBezTo>
                <a:cubicBezTo>
                  <a:pt x="1654438" y="233088"/>
                  <a:pt x="1651190" y="233719"/>
                  <a:pt x="1647856" y="234260"/>
                </a:cubicBezTo>
                <a:cubicBezTo>
                  <a:pt x="1644513" y="234801"/>
                  <a:pt x="1641313" y="235297"/>
                  <a:pt x="1638246" y="235748"/>
                </a:cubicBezTo>
                <a:cubicBezTo>
                  <a:pt x="1632026" y="236741"/>
                  <a:pt x="1626701" y="238274"/>
                  <a:pt x="1622282" y="240349"/>
                </a:cubicBezTo>
                <a:cubicBezTo>
                  <a:pt x="1617957" y="242423"/>
                  <a:pt x="1614614" y="245129"/>
                  <a:pt x="1612271" y="248467"/>
                </a:cubicBezTo>
                <a:cubicBezTo>
                  <a:pt x="1610013" y="251714"/>
                  <a:pt x="1608890" y="255592"/>
                  <a:pt x="1608890" y="260103"/>
                </a:cubicBezTo>
                <a:cubicBezTo>
                  <a:pt x="1608890" y="266958"/>
                  <a:pt x="1611328" y="272189"/>
                  <a:pt x="1616195" y="275797"/>
                </a:cubicBezTo>
                <a:cubicBezTo>
                  <a:pt x="1621158" y="279405"/>
                  <a:pt x="1627425" y="281209"/>
                  <a:pt x="1634998" y="281209"/>
                </a:cubicBezTo>
                <a:cubicBezTo>
                  <a:pt x="1642132" y="281209"/>
                  <a:pt x="1648533" y="279765"/>
                  <a:pt x="1654209" y="276879"/>
                </a:cubicBezTo>
                <a:cubicBezTo>
                  <a:pt x="1659991" y="273993"/>
                  <a:pt x="1664592" y="270024"/>
                  <a:pt x="1668011" y="264973"/>
                </a:cubicBezTo>
                <a:cubicBezTo>
                  <a:pt x="1671440" y="259831"/>
                  <a:pt x="1673155" y="253878"/>
                  <a:pt x="1673155" y="247113"/>
                </a:cubicBezTo>
                <a:close/>
                <a:moveTo>
                  <a:pt x="1434430" y="162146"/>
                </a:moveTo>
                <a:cubicBezTo>
                  <a:pt x="1426314" y="162146"/>
                  <a:pt x="1419409" y="164356"/>
                  <a:pt x="1413732" y="168776"/>
                </a:cubicBezTo>
                <a:cubicBezTo>
                  <a:pt x="1408045" y="173195"/>
                  <a:pt x="1403673" y="179510"/>
                  <a:pt x="1400606" y="187717"/>
                </a:cubicBezTo>
                <a:cubicBezTo>
                  <a:pt x="1397625" y="195926"/>
                  <a:pt x="1396139" y="205712"/>
                  <a:pt x="1396139" y="217077"/>
                </a:cubicBezTo>
                <a:cubicBezTo>
                  <a:pt x="1396139" y="228262"/>
                  <a:pt x="1397625" y="238004"/>
                  <a:pt x="1400606" y="246302"/>
                </a:cubicBezTo>
                <a:cubicBezTo>
                  <a:pt x="1403673" y="254600"/>
                  <a:pt x="1408045" y="261049"/>
                  <a:pt x="1413732" y="265649"/>
                </a:cubicBezTo>
                <a:cubicBezTo>
                  <a:pt x="1419504" y="270159"/>
                  <a:pt x="1426400" y="272415"/>
                  <a:pt x="1434430" y="272415"/>
                </a:cubicBezTo>
                <a:cubicBezTo>
                  <a:pt x="1442545" y="272415"/>
                  <a:pt x="1449451" y="270159"/>
                  <a:pt x="1455127" y="265649"/>
                </a:cubicBezTo>
                <a:cubicBezTo>
                  <a:pt x="1460814" y="261049"/>
                  <a:pt x="1465100" y="254600"/>
                  <a:pt x="1467986" y="246302"/>
                </a:cubicBezTo>
                <a:cubicBezTo>
                  <a:pt x="1470958" y="238004"/>
                  <a:pt x="1472444" y="228262"/>
                  <a:pt x="1472444" y="217077"/>
                </a:cubicBezTo>
                <a:cubicBezTo>
                  <a:pt x="1472444" y="205893"/>
                  <a:pt x="1470958" y="196196"/>
                  <a:pt x="1467986" y="187988"/>
                </a:cubicBezTo>
                <a:cubicBezTo>
                  <a:pt x="1465100" y="179780"/>
                  <a:pt x="1460814" y="173421"/>
                  <a:pt x="1455127" y="168911"/>
                </a:cubicBezTo>
                <a:cubicBezTo>
                  <a:pt x="1449536" y="164401"/>
                  <a:pt x="1442640" y="162146"/>
                  <a:pt x="1434430" y="162146"/>
                </a:cubicBezTo>
                <a:close/>
                <a:moveTo>
                  <a:pt x="878231" y="159440"/>
                </a:moveTo>
                <a:cubicBezTo>
                  <a:pt x="870023" y="159440"/>
                  <a:pt x="863077" y="161876"/>
                  <a:pt x="857395" y="166746"/>
                </a:cubicBezTo>
                <a:cubicBezTo>
                  <a:pt x="851802" y="171617"/>
                  <a:pt x="847518" y="178382"/>
                  <a:pt x="844542" y="187041"/>
                </a:cubicBezTo>
                <a:cubicBezTo>
                  <a:pt x="841655" y="195700"/>
                  <a:pt x="840212" y="205802"/>
                  <a:pt x="840212" y="217348"/>
                </a:cubicBezTo>
                <a:cubicBezTo>
                  <a:pt x="840212" y="228713"/>
                  <a:pt x="841655" y="238725"/>
                  <a:pt x="844542" y="247384"/>
                </a:cubicBezTo>
                <a:cubicBezTo>
                  <a:pt x="847518" y="256043"/>
                  <a:pt x="851802" y="262808"/>
                  <a:pt x="857395" y="267679"/>
                </a:cubicBezTo>
                <a:cubicBezTo>
                  <a:pt x="863077" y="272550"/>
                  <a:pt x="870023" y="274985"/>
                  <a:pt x="878231" y="274985"/>
                </a:cubicBezTo>
                <a:cubicBezTo>
                  <a:pt x="886169" y="274985"/>
                  <a:pt x="892889" y="272550"/>
                  <a:pt x="898390" y="267679"/>
                </a:cubicBezTo>
                <a:cubicBezTo>
                  <a:pt x="903893" y="262808"/>
                  <a:pt x="908087" y="256043"/>
                  <a:pt x="910973" y="247384"/>
                </a:cubicBezTo>
                <a:cubicBezTo>
                  <a:pt x="913949" y="238725"/>
                  <a:pt x="915438" y="228713"/>
                  <a:pt x="915438" y="217348"/>
                </a:cubicBezTo>
                <a:cubicBezTo>
                  <a:pt x="915438" y="205802"/>
                  <a:pt x="913949" y="195700"/>
                  <a:pt x="910973" y="187041"/>
                </a:cubicBezTo>
                <a:cubicBezTo>
                  <a:pt x="908087" y="178382"/>
                  <a:pt x="903893" y="171617"/>
                  <a:pt x="898390" y="166746"/>
                </a:cubicBezTo>
                <a:cubicBezTo>
                  <a:pt x="892889" y="161876"/>
                  <a:pt x="886169" y="159440"/>
                  <a:pt x="878231" y="159440"/>
                </a:cubicBezTo>
                <a:close/>
                <a:moveTo>
                  <a:pt x="1958524" y="113168"/>
                </a:moveTo>
                <a:lnTo>
                  <a:pt x="2027789" y="113168"/>
                </a:lnTo>
                <a:lnTo>
                  <a:pt x="2066080" y="261455"/>
                </a:lnTo>
                <a:lnTo>
                  <a:pt x="2068252" y="261455"/>
                </a:lnTo>
                <a:lnTo>
                  <a:pt x="2107076" y="113168"/>
                </a:lnTo>
                <a:lnTo>
                  <a:pt x="2176760" y="113168"/>
                </a:lnTo>
                <a:lnTo>
                  <a:pt x="2098417" y="340875"/>
                </a:lnTo>
                <a:cubicBezTo>
                  <a:pt x="2094627" y="352241"/>
                  <a:pt x="2089264" y="362252"/>
                  <a:pt x="2082320" y="370912"/>
                </a:cubicBezTo>
                <a:cubicBezTo>
                  <a:pt x="2075462" y="379660"/>
                  <a:pt x="2066575" y="386515"/>
                  <a:pt x="2055669" y="391477"/>
                </a:cubicBezTo>
                <a:cubicBezTo>
                  <a:pt x="2044839" y="396438"/>
                  <a:pt x="2031495" y="398918"/>
                  <a:pt x="2015617" y="398918"/>
                </a:cubicBezTo>
                <a:cubicBezTo>
                  <a:pt x="2007682" y="398918"/>
                  <a:pt x="2000196" y="398286"/>
                  <a:pt x="1993157" y="397024"/>
                </a:cubicBezTo>
                <a:cubicBezTo>
                  <a:pt x="1986118" y="395851"/>
                  <a:pt x="1980079" y="394273"/>
                  <a:pt x="1975030" y="392289"/>
                </a:cubicBezTo>
                <a:lnTo>
                  <a:pt x="1989642" y="344258"/>
                </a:lnTo>
                <a:cubicBezTo>
                  <a:pt x="1996138" y="346423"/>
                  <a:pt x="2001996" y="347685"/>
                  <a:pt x="2007225" y="348046"/>
                </a:cubicBezTo>
                <a:cubicBezTo>
                  <a:pt x="2012550" y="348407"/>
                  <a:pt x="2017102" y="347550"/>
                  <a:pt x="2020893" y="345475"/>
                </a:cubicBezTo>
                <a:cubicBezTo>
                  <a:pt x="2024770" y="343491"/>
                  <a:pt x="2027751" y="339928"/>
                  <a:pt x="2029818" y="334787"/>
                </a:cubicBezTo>
                <a:lnTo>
                  <a:pt x="2032390" y="328563"/>
                </a:lnTo>
                <a:close/>
                <a:moveTo>
                  <a:pt x="1888582" y="110462"/>
                </a:moveTo>
                <a:cubicBezTo>
                  <a:pt x="1903193" y="110462"/>
                  <a:pt x="1915861" y="113755"/>
                  <a:pt x="1926596" y="120339"/>
                </a:cubicBezTo>
                <a:cubicBezTo>
                  <a:pt x="1937416" y="126833"/>
                  <a:pt x="1945808" y="135943"/>
                  <a:pt x="1951761" y="147669"/>
                </a:cubicBezTo>
                <a:cubicBezTo>
                  <a:pt x="1957809" y="159305"/>
                  <a:pt x="1960781" y="172925"/>
                  <a:pt x="1960695" y="188530"/>
                </a:cubicBezTo>
                <a:lnTo>
                  <a:pt x="1960695" y="320986"/>
                </a:lnTo>
                <a:lnTo>
                  <a:pt x="1894535" y="320986"/>
                </a:lnTo>
                <a:lnTo>
                  <a:pt x="1894535" y="201518"/>
                </a:lnTo>
                <a:cubicBezTo>
                  <a:pt x="1894621" y="189973"/>
                  <a:pt x="1891687" y="180953"/>
                  <a:pt x="1885734" y="174458"/>
                </a:cubicBezTo>
                <a:cubicBezTo>
                  <a:pt x="1879876" y="167964"/>
                  <a:pt x="1871713" y="164717"/>
                  <a:pt x="1861245" y="164717"/>
                </a:cubicBezTo>
                <a:cubicBezTo>
                  <a:pt x="1854301" y="164717"/>
                  <a:pt x="1848167" y="166250"/>
                  <a:pt x="1842843" y="169317"/>
                </a:cubicBezTo>
                <a:cubicBezTo>
                  <a:pt x="1837613" y="172293"/>
                  <a:pt x="1833556" y="176578"/>
                  <a:pt x="1830670" y="182170"/>
                </a:cubicBezTo>
                <a:cubicBezTo>
                  <a:pt x="1827869" y="187763"/>
                  <a:pt x="1826431" y="194528"/>
                  <a:pt x="1826345" y="202465"/>
                </a:cubicBezTo>
                <a:lnTo>
                  <a:pt x="1826345" y="320986"/>
                </a:lnTo>
                <a:lnTo>
                  <a:pt x="1760175" y="320986"/>
                </a:lnTo>
                <a:lnTo>
                  <a:pt x="1760175" y="113168"/>
                </a:lnTo>
                <a:lnTo>
                  <a:pt x="1823097" y="113168"/>
                </a:lnTo>
                <a:lnTo>
                  <a:pt x="1823097" y="151322"/>
                </a:lnTo>
                <a:lnTo>
                  <a:pt x="1825393" y="151322"/>
                </a:lnTo>
                <a:cubicBezTo>
                  <a:pt x="1829993" y="138604"/>
                  <a:pt x="1837842" y="128638"/>
                  <a:pt x="1848939" y="121421"/>
                </a:cubicBezTo>
                <a:cubicBezTo>
                  <a:pt x="1860026" y="114115"/>
                  <a:pt x="1873246" y="110462"/>
                  <a:pt x="1888582" y="110462"/>
                </a:cubicBezTo>
                <a:close/>
                <a:moveTo>
                  <a:pt x="1646770" y="110462"/>
                </a:moveTo>
                <a:cubicBezTo>
                  <a:pt x="1660029" y="110462"/>
                  <a:pt x="1672250" y="112040"/>
                  <a:pt x="1683442" y="115198"/>
                </a:cubicBezTo>
                <a:cubicBezTo>
                  <a:pt x="1694624" y="118265"/>
                  <a:pt x="1704368" y="122774"/>
                  <a:pt x="1712664" y="128727"/>
                </a:cubicBezTo>
                <a:cubicBezTo>
                  <a:pt x="1720961" y="134591"/>
                  <a:pt x="1727361" y="141806"/>
                  <a:pt x="1731876" y="150375"/>
                </a:cubicBezTo>
                <a:cubicBezTo>
                  <a:pt x="1736477" y="158944"/>
                  <a:pt x="1738772" y="168731"/>
                  <a:pt x="1738772" y="179735"/>
                </a:cubicBezTo>
                <a:lnTo>
                  <a:pt x="1738772" y="320986"/>
                </a:lnTo>
                <a:lnTo>
                  <a:pt x="1676536" y="320986"/>
                </a:lnTo>
                <a:lnTo>
                  <a:pt x="1676536" y="292032"/>
                </a:lnTo>
                <a:lnTo>
                  <a:pt x="1674917" y="292032"/>
                </a:lnTo>
                <a:cubicBezTo>
                  <a:pt x="1671221" y="299068"/>
                  <a:pt x="1666478" y="305021"/>
                  <a:pt x="1660705" y="309892"/>
                </a:cubicBezTo>
                <a:cubicBezTo>
                  <a:pt x="1655029" y="314763"/>
                  <a:pt x="1648304" y="318416"/>
                  <a:pt x="1640551" y="320851"/>
                </a:cubicBezTo>
                <a:cubicBezTo>
                  <a:pt x="1632883" y="323287"/>
                  <a:pt x="1624225" y="324504"/>
                  <a:pt x="1614576" y="324504"/>
                </a:cubicBezTo>
                <a:cubicBezTo>
                  <a:pt x="1601317" y="324504"/>
                  <a:pt x="1589544" y="322294"/>
                  <a:pt x="1579257" y="317875"/>
                </a:cubicBezTo>
                <a:cubicBezTo>
                  <a:pt x="1569066" y="313364"/>
                  <a:pt x="1560998" y="306600"/>
                  <a:pt x="1555045" y="297580"/>
                </a:cubicBezTo>
                <a:cubicBezTo>
                  <a:pt x="1549177" y="288470"/>
                  <a:pt x="1546244" y="277060"/>
                  <a:pt x="1546244" y="263350"/>
                </a:cubicBezTo>
                <a:cubicBezTo>
                  <a:pt x="1546244" y="251803"/>
                  <a:pt x="1548272" y="242062"/>
                  <a:pt x="1552330" y="234125"/>
                </a:cubicBezTo>
                <a:cubicBezTo>
                  <a:pt x="1556397" y="226187"/>
                  <a:pt x="1561988" y="219738"/>
                  <a:pt x="1569113" y="214777"/>
                </a:cubicBezTo>
                <a:cubicBezTo>
                  <a:pt x="1576238" y="209816"/>
                  <a:pt x="1584448" y="206073"/>
                  <a:pt x="1593735" y="203548"/>
                </a:cubicBezTo>
                <a:cubicBezTo>
                  <a:pt x="1603022" y="200931"/>
                  <a:pt x="1612947" y="199173"/>
                  <a:pt x="1623501" y="198271"/>
                </a:cubicBezTo>
                <a:cubicBezTo>
                  <a:pt x="1635321" y="197188"/>
                  <a:pt x="1644837" y="196061"/>
                  <a:pt x="1652047" y="194889"/>
                </a:cubicBezTo>
                <a:cubicBezTo>
                  <a:pt x="1659267" y="193626"/>
                  <a:pt x="1664497" y="191866"/>
                  <a:pt x="1667745" y="189612"/>
                </a:cubicBezTo>
                <a:cubicBezTo>
                  <a:pt x="1671078" y="187267"/>
                  <a:pt x="1672755" y="183974"/>
                  <a:pt x="1672755" y="179735"/>
                </a:cubicBezTo>
                <a:lnTo>
                  <a:pt x="1672755" y="179058"/>
                </a:lnTo>
                <a:cubicBezTo>
                  <a:pt x="1672755" y="172113"/>
                  <a:pt x="1670364" y="166746"/>
                  <a:pt x="1665582" y="162958"/>
                </a:cubicBezTo>
                <a:cubicBezTo>
                  <a:pt x="1660801" y="159170"/>
                  <a:pt x="1654352" y="157275"/>
                  <a:pt x="1646228" y="157275"/>
                </a:cubicBezTo>
                <a:cubicBezTo>
                  <a:pt x="1637484" y="157275"/>
                  <a:pt x="1630445" y="159170"/>
                  <a:pt x="1625130" y="162958"/>
                </a:cubicBezTo>
                <a:cubicBezTo>
                  <a:pt x="1619805" y="166746"/>
                  <a:pt x="1616424" y="171978"/>
                  <a:pt x="1614976" y="178652"/>
                </a:cubicBezTo>
                <a:lnTo>
                  <a:pt x="1553959" y="176487"/>
                </a:lnTo>
                <a:cubicBezTo>
                  <a:pt x="1555759" y="163860"/>
                  <a:pt x="1560407" y="152585"/>
                  <a:pt x="1567894" y="142663"/>
                </a:cubicBezTo>
                <a:cubicBezTo>
                  <a:pt x="1575466" y="132651"/>
                  <a:pt x="1585839" y="124804"/>
                  <a:pt x="1599012" y="119121"/>
                </a:cubicBezTo>
                <a:cubicBezTo>
                  <a:pt x="1612271" y="113349"/>
                  <a:pt x="1628187" y="110462"/>
                  <a:pt x="1646770" y="110462"/>
                </a:cubicBezTo>
                <a:close/>
                <a:moveTo>
                  <a:pt x="1457699" y="110462"/>
                </a:moveTo>
                <a:cubicBezTo>
                  <a:pt x="1472130" y="110462"/>
                  <a:pt x="1485617" y="114251"/>
                  <a:pt x="1498152" y="121827"/>
                </a:cubicBezTo>
                <a:cubicBezTo>
                  <a:pt x="1510782" y="129404"/>
                  <a:pt x="1520974" y="141085"/>
                  <a:pt x="1528727" y="156870"/>
                </a:cubicBezTo>
                <a:cubicBezTo>
                  <a:pt x="1536490" y="172654"/>
                  <a:pt x="1540367" y="192768"/>
                  <a:pt x="1540367" y="217212"/>
                </a:cubicBezTo>
                <a:cubicBezTo>
                  <a:pt x="1540367" y="240754"/>
                  <a:pt x="1536623" y="260463"/>
                  <a:pt x="1529137" y="276338"/>
                </a:cubicBezTo>
                <a:cubicBezTo>
                  <a:pt x="1521745" y="292213"/>
                  <a:pt x="1511725" y="304119"/>
                  <a:pt x="1499104" y="312057"/>
                </a:cubicBezTo>
                <a:cubicBezTo>
                  <a:pt x="1486560" y="319994"/>
                  <a:pt x="1472625" y="323963"/>
                  <a:pt x="1457290" y="323963"/>
                </a:cubicBezTo>
                <a:cubicBezTo>
                  <a:pt x="1446831" y="323963"/>
                  <a:pt x="1437763" y="322249"/>
                  <a:pt x="1430096" y="318821"/>
                </a:cubicBezTo>
                <a:cubicBezTo>
                  <a:pt x="1422428" y="315394"/>
                  <a:pt x="1415980" y="310884"/>
                  <a:pt x="1410750" y="305292"/>
                </a:cubicBezTo>
                <a:cubicBezTo>
                  <a:pt x="1405607" y="299700"/>
                  <a:pt x="1401644" y="293701"/>
                  <a:pt x="1398844" y="287297"/>
                </a:cubicBezTo>
                <a:lnTo>
                  <a:pt x="1397492" y="287297"/>
                </a:lnTo>
                <a:lnTo>
                  <a:pt x="1397492" y="398918"/>
                </a:lnTo>
                <a:lnTo>
                  <a:pt x="1331331" y="398918"/>
                </a:lnTo>
                <a:lnTo>
                  <a:pt x="1331331" y="113168"/>
                </a:lnTo>
                <a:lnTo>
                  <a:pt x="1396815" y="113168"/>
                </a:lnTo>
                <a:lnTo>
                  <a:pt x="1396815" y="148751"/>
                </a:lnTo>
                <a:lnTo>
                  <a:pt x="1398844" y="148751"/>
                </a:lnTo>
                <a:cubicBezTo>
                  <a:pt x="1401549" y="142437"/>
                  <a:pt x="1405388" y="136349"/>
                  <a:pt x="1410350" y="130486"/>
                </a:cubicBezTo>
                <a:cubicBezTo>
                  <a:pt x="1415399" y="124624"/>
                  <a:pt x="1421800" y="119843"/>
                  <a:pt x="1429562" y="116145"/>
                </a:cubicBezTo>
                <a:cubicBezTo>
                  <a:pt x="1437401" y="112356"/>
                  <a:pt x="1446783" y="110462"/>
                  <a:pt x="1457699" y="110462"/>
                </a:cubicBezTo>
                <a:close/>
                <a:moveTo>
                  <a:pt x="1121591" y="110462"/>
                </a:moveTo>
                <a:cubicBezTo>
                  <a:pt x="1136021" y="110462"/>
                  <a:pt x="1148384" y="114160"/>
                  <a:pt x="1158662" y="121557"/>
                </a:cubicBezTo>
                <a:cubicBezTo>
                  <a:pt x="1168949" y="128953"/>
                  <a:pt x="1175483" y="138875"/>
                  <a:pt x="1178283" y="151322"/>
                </a:cubicBezTo>
                <a:lnTo>
                  <a:pt x="1180445" y="151322"/>
                </a:lnTo>
                <a:cubicBezTo>
                  <a:pt x="1184322" y="138965"/>
                  <a:pt x="1191904" y="129088"/>
                  <a:pt x="1203182" y="121692"/>
                </a:cubicBezTo>
                <a:cubicBezTo>
                  <a:pt x="1214450" y="114205"/>
                  <a:pt x="1227756" y="110462"/>
                  <a:pt x="1243091" y="110462"/>
                </a:cubicBezTo>
                <a:cubicBezTo>
                  <a:pt x="1262751" y="110462"/>
                  <a:pt x="1278715" y="116776"/>
                  <a:pt x="1290983" y="129404"/>
                </a:cubicBezTo>
                <a:cubicBezTo>
                  <a:pt x="1303251" y="141942"/>
                  <a:pt x="1309385" y="159170"/>
                  <a:pt x="1309385" y="181088"/>
                </a:cubicBezTo>
                <a:lnTo>
                  <a:pt x="1309385" y="320986"/>
                </a:lnTo>
                <a:lnTo>
                  <a:pt x="1243225" y="320986"/>
                </a:lnTo>
                <a:lnTo>
                  <a:pt x="1243225" y="196241"/>
                </a:lnTo>
                <a:cubicBezTo>
                  <a:pt x="1243225" y="185868"/>
                  <a:pt x="1240567" y="177976"/>
                  <a:pt x="1235243" y="172564"/>
                </a:cubicBezTo>
                <a:cubicBezTo>
                  <a:pt x="1229918" y="167062"/>
                  <a:pt x="1223022" y="164311"/>
                  <a:pt x="1214545" y="164311"/>
                </a:cubicBezTo>
                <a:cubicBezTo>
                  <a:pt x="1205430" y="164311"/>
                  <a:pt x="1198257" y="167287"/>
                  <a:pt x="1193028" y="173240"/>
                </a:cubicBezTo>
                <a:cubicBezTo>
                  <a:pt x="1187885" y="179104"/>
                  <a:pt x="1185322" y="186996"/>
                  <a:pt x="1185322" y="196917"/>
                </a:cubicBezTo>
                <a:lnTo>
                  <a:pt x="1185322" y="320986"/>
                </a:lnTo>
                <a:lnTo>
                  <a:pt x="1121724" y="320986"/>
                </a:lnTo>
                <a:lnTo>
                  <a:pt x="1121724" y="195565"/>
                </a:lnTo>
                <a:cubicBezTo>
                  <a:pt x="1121724" y="185913"/>
                  <a:pt x="1119114" y="178291"/>
                  <a:pt x="1113885" y="172699"/>
                </a:cubicBezTo>
                <a:cubicBezTo>
                  <a:pt x="1108646" y="167107"/>
                  <a:pt x="1101750" y="164311"/>
                  <a:pt x="1093177" y="164311"/>
                </a:cubicBezTo>
                <a:cubicBezTo>
                  <a:pt x="1087405" y="164311"/>
                  <a:pt x="1082309" y="165709"/>
                  <a:pt x="1077890" y="168505"/>
                </a:cubicBezTo>
                <a:cubicBezTo>
                  <a:pt x="1073470" y="171211"/>
                  <a:pt x="1069994" y="175090"/>
                  <a:pt x="1067469" y="180141"/>
                </a:cubicBezTo>
                <a:cubicBezTo>
                  <a:pt x="1065041" y="185192"/>
                  <a:pt x="1063821" y="191145"/>
                  <a:pt x="1063821" y="198000"/>
                </a:cubicBezTo>
                <a:lnTo>
                  <a:pt x="1063821" y="320986"/>
                </a:lnTo>
                <a:lnTo>
                  <a:pt x="997661" y="320986"/>
                </a:lnTo>
                <a:lnTo>
                  <a:pt x="997661" y="113168"/>
                </a:lnTo>
                <a:lnTo>
                  <a:pt x="1060573" y="113168"/>
                </a:lnTo>
                <a:lnTo>
                  <a:pt x="1060573" y="151322"/>
                </a:lnTo>
                <a:lnTo>
                  <a:pt x="1062869" y="151322"/>
                </a:lnTo>
                <a:cubicBezTo>
                  <a:pt x="1067203" y="138694"/>
                  <a:pt x="1074508" y="128727"/>
                  <a:pt x="1084795" y="121421"/>
                </a:cubicBezTo>
                <a:cubicBezTo>
                  <a:pt x="1095073" y="114115"/>
                  <a:pt x="1107341" y="110462"/>
                  <a:pt x="1121591" y="110462"/>
                </a:cubicBezTo>
                <a:close/>
                <a:moveTo>
                  <a:pt x="877825" y="110462"/>
                </a:moveTo>
                <a:cubicBezTo>
                  <a:pt x="899653" y="110462"/>
                  <a:pt x="918370" y="114972"/>
                  <a:pt x="933977" y="123992"/>
                </a:cubicBezTo>
                <a:cubicBezTo>
                  <a:pt x="949664" y="132922"/>
                  <a:pt x="961713" y="145460"/>
                  <a:pt x="970095" y="161604"/>
                </a:cubicBezTo>
                <a:cubicBezTo>
                  <a:pt x="978573" y="177661"/>
                  <a:pt x="982821" y="196376"/>
                  <a:pt x="982821" y="217753"/>
                </a:cubicBezTo>
                <a:cubicBezTo>
                  <a:pt x="982821" y="239041"/>
                  <a:pt x="978573" y="257756"/>
                  <a:pt x="970095" y="273902"/>
                </a:cubicBezTo>
                <a:cubicBezTo>
                  <a:pt x="961713" y="289958"/>
                  <a:pt x="949664" y="302495"/>
                  <a:pt x="933977" y="311516"/>
                </a:cubicBezTo>
                <a:cubicBezTo>
                  <a:pt x="918370" y="320445"/>
                  <a:pt x="899653" y="324910"/>
                  <a:pt x="877825" y="324910"/>
                </a:cubicBezTo>
                <a:cubicBezTo>
                  <a:pt x="855997" y="324910"/>
                  <a:pt x="837236" y="320445"/>
                  <a:pt x="821541" y="311516"/>
                </a:cubicBezTo>
                <a:cubicBezTo>
                  <a:pt x="805937" y="302495"/>
                  <a:pt x="793895" y="289958"/>
                  <a:pt x="785416" y="273902"/>
                </a:cubicBezTo>
                <a:cubicBezTo>
                  <a:pt x="777027" y="257756"/>
                  <a:pt x="772834" y="239041"/>
                  <a:pt x="772834" y="217753"/>
                </a:cubicBezTo>
                <a:cubicBezTo>
                  <a:pt x="772834" y="196376"/>
                  <a:pt x="777027" y="177661"/>
                  <a:pt x="785416" y="161604"/>
                </a:cubicBezTo>
                <a:cubicBezTo>
                  <a:pt x="793895" y="145460"/>
                  <a:pt x="805937" y="132922"/>
                  <a:pt x="821541" y="123992"/>
                </a:cubicBezTo>
                <a:cubicBezTo>
                  <a:pt x="837236" y="114972"/>
                  <a:pt x="855997" y="110462"/>
                  <a:pt x="877825" y="110462"/>
                </a:cubicBezTo>
                <a:close/>
                <a:moveTo>
                  <a:pt x="638422" y="40107"/>
                </a:moveTo>
                <a:cubicBezTo>
                  <a:pt x="655199" y="40107"/>
                  <a:pt x="670713" y="42452"/>
                  <a:pt x="684964" y="47143"/>
                </a:cubicBezTo>
                <a:cubicBezTo>
                  <a:pt x="699216" y="51743"/>
                  <a:pt x="711754" y="58508"/>
                  <a:pt x="722577" y="67437"/>
                </a:cubicBezTo>
                <a:cubicBezTo>
                  <a:pt x="733401" y="76277"/>
                  <a:pt x="742195" y="87146"/>
                  <a:pt x="748960" y="100044"/>
                </a:cubicBezTo>
                <a:cubicBezTo>
                  <a:pt x="755725" y="112942"/>
                  <a:pt x="759920" y="127690"/>
                  <a:pt x="761543" y="144287"/>
                </a:cubicBezTo>
                <a:lnTo>
                  <a:pt x="693894" y="144287"/>
                </a:lnTo>
                <a:cubicBezTo>
                  <a:pt x="692992" y="137341"/>
                  <a:pt x="691142" y="131073"/>
                  <a:pt x="688347" y="125480"/>
                </a:cubicBezTo>
                <a:cubicBezTo>
                  <a:pt x="685550" y="119888"/>
                  <a:pt x="681853" y="115107"/>
                  <a:pt x="677252" y="111139"/>
                </a:cubicBezTo>
                <a:cubicBezTo>
                  <a:pt x="672652" y="107170"/>
                  <a:pt x="667195" y="104148"/>
                  <a:pt x="660881" y="102073"/>
                </a:cubicBezTo>
                <a:cubicBezTo>
                  <a:pt x="654657" y="99909"/>
                  <a:pt x="647757" y="98826"/>
                  <a:pt x="640181" y="98826"/>
                </a:cubicBezTo>
                <a:cubicBezTo>
                  <a:pt x="626741" y="98826"/>
                  <a:pt x="615150" y="102119"/>
                  <a:pt x="605409" y="108704"/>
                </a:cubicBezTo>
                <a:cubicBezTo>
                  <a:pt x="595757" y="115288"/>
                  <a:pt x="588316" y="124804"/>
                  <a:pt x="583084" y="137251"/>
                </a:cubicBezTo>
                <a:cubicBezTo>
                  <a:pt x="577943" y="149698"/>
                  <a:pt x="575373" y="164762"/>
                  <a:pt x="575373" y="182440"/>
                </a:cubicBezTo>
                <a:cubicBezTo>
                  <a:pt x="575373" y="200842"/>
                  <a:pt x="577988" y="216266"/>
                  <a:pt x="583219" y="228713"/>
                </a:cubicBezTo>
                <a:cubicBezTo>
                  <a:pt x="588542" y="241070"/>
                  <a:pt x="595983" y="250406"/>
                  <a:pt x="605544" y="256719"/>
                </a:cubicBezTo>
                <a:cubicBezTo>
                  <a:pt x="615196" y="262943"/>
                  <a:pt x="626606" y="266056"/>
                  <a:pt x="639774" y="266056"/>
                </a:cubicBezTo>
                <a:cubicBezTo>
                  <a:pt x="647171" y="266056"/>
                  <a:pt x="653891" y="265108"/>
                  <a:pt x="659934" y="263214"/>
                </a:cubicBezTo>
                <a:cubicBezTo>
                  <a:pt x="666068" y="261320"/>
                  <a:pt x="671434" y="258569"/>
                  <a:pt x="676035" y="254961"/>
                </a:cubicBezTo>
                <a:cubicBezTo>
                  <a:pt x="680725" y="251262"/>
                  <a:pt x="684559" y="246798"/>
                  <a:pt x="687535" y="241566"/>
                </a:cubicBezTo>
                <a:cubicBezTo>
                  <a:pt x="690601" y="236244"/>
                  <a:pt x="692722" y="230246"/>
                  <a:pt x="693894" y="223571"/>
                </a:cubicBezTo>
                <a:lnTo>
                  <a:pt x="761543" y="223977"/>
                </a:lnTo>
                <a:cubicBezTo>
                  <a:pt x="760370" y="236244"/>
                  <a:pt x="756808" y="248332"/>
                  <a:pt x="750855" y="260238"/>
                </a:cubicBezTo>
                <a:cubicBezTo>
                  <a:pt x="744991" y="272144"/>
                  <a:pt x="736919" y="283013"/>
                  <a:pt x="726636" y="292845"/>
                </a:cubicBezTo>
                <a:cubicBezTo>
                  <a:pt x="716353" y="302586"/>
                  <a:pt x="703815" y="310343"/>
                  <a:pt x="689023" y="316115"/>
                </a:cubicBezTo>
                <a:cubicBezTo>
                  <a:pt x="674320" y="321888"/>
                  <a:pt x="657453" y="324774"/>
                  <a:pt x="638422" y="324774"/>
                </a:cubicBezTo>
                <a:cubicBezTo>
                  <a:pt x="613346" y="324774"/>
                  <a:pt x="590887" y="319273"/>
                  <a:pt x="571043" y="308269"/>
                </a:cubicBezTo>
                <a:cubicBezTo>
                  <a:pt x="551290" y="297174"/>
                  <a:pt x="535685" y="281028"/>
                  <a:pt x="524230" y="259831"/>
                </a:cubicBezTo>
                <a:cubicBezTo>
                  <a:pt x="512774" y="238635"/>
                  <a:pt x="507047" y="212838"/>
                  <a:pt x="507047" y="182440"/>
                </a:cubicBezTo>
                <a:cubicBezTo>
                  <a:pt x="507047" y="151954"/>
                  <a:pt x="512865" y="126111"/>
                  <a:pt x="524501" y="104915"/>
                </a:cubicBezTo>
                <a:cubicBezTo>
                  <a:pt x="536136" y="83719"/>
                  <a:pt x="551875" y="67617"/>
                  <a:pt x="571720" y="56613"/>
                </a:cubicBezTo>
                <a:cubicBezTo>
                  <a:pt x="591563" y="45609"/>
                  <a:pt x="613798" y="40107"/>
                  <a:pt x="638422" y="40107"/>
                </a:cubicBezTo>
                <a:close/>
                <a:moveTo>
                  <a:pt x="173334" y="388"/>
                </a:moveTo>
                <a:cubicBezTo>
                  <a:pt x="186670" y="2248"/>
                  <a:pt x="197402" y="11984"/>
                  <a:pt x="203201" y="23874"/>
                </a:cubicBezTo>
                <a:cubicBezTo>
                  <a:pt x="214933" y="47918"/>
                  <a:pt x="211403" y="79576"/>
                  <a:pt x="207884" y="106674"/>
                </a:cubicBezTo>
                <a:cubicBezTo>
                  <a:pt x="204763" y="130701"/>
                  <a:pt x="203452" y="154195"/>
                  <a:pt x="205931" y="178674"/>
                </a:cubicBezTo>
                <a:cubicBezTo>
                  <a:pt x="221741" y="163892"/>
                  <a:pt x="234810" y="148167"/>
                  <a:pt x="245788" y="130013"/>
                </a:cubicBezTo>
                <a:cubicBezTo>
                  <a:pt x="255305" y="114275"/>
                  <a:pt x="264514" y="99287"/>
                  <a:pt x="275688" y="84730"/>
                </a:cubicBezTo>
                <a:cubicBezTo>
                  <a:pt x="295615" y="58793"/>
                  <a:pt x="331178" y="44782"/>
                  <a:pt x="354140" y="66519"/>
                </a:cubicBezTo>
                <a:cubicBezTo>
                  <a:pt x="366138" y="77877"/>
                  <a:pt x="368405" y="94413"/>
                  <a:pt x="361481" y="109150"/>
                </a:cubicBezTo>
                <a:cubicBezTo>
                  <a:pt x="356496" y="119751"/>
                  <a:pt x="348431" y="127338"/>
                  <a:pt x="338417" y="133682"/>
                </a:cubicBezTo>
                <a:cubicBezTo>
                  <a:pt x="299555" y="158314"/>
                  <a:pt x="257847" y="168744"/>
                  <a:pt x="219060" y="194763"/>
                </a:cubicBezTo>
                <a:cubicBezTo>
                  <a:pt x="262060" y="207233"/>
                  <a:pt x="302501" y="197602"/>
                  <a:pt x="346051" y="205287"/>
                </a:cubicBezTo>
                <a:cubicBezTo>
                  <a:pt x="359029" y="207580"/>
                  <a:pt x="370824" y="211988"/>
                  <a:pt x="380609" y="220765"/>
                </a:cubicBezTo>
                <a:cubicBezTo>
                  <a:pt x="390125" y="229305"/>
                  <a:pt x="396469" y="241297"/>
                  <a:pt x="394527" y="254303"/>
                </a:cubicBezTo>
                <a:cubicBezTo>
                  <a:pt x="391541" y="274329"/>
                  <a:pt x="373826" y="287861"/>
                  <a:pt x="353821" y="287105"/>
                </a:cubicBezTo>
                <a:cubicBezTo>
                  <a:pt x="338567" y="286536"/>
                  <a:pt x="324021" y="283032"/>
                  <a:pt x="311392" y="274570"/>
                </a:cubicBezTo>
                <a:lnTo>
                  <a:pt x="277726" y="252008"/>
                </a:lnTo>
                <a:cubicBezTo>
                  <a:pt x="257760" y="236529"/>
                  <a:pt x="236851" y="223551"/>
                  <a:pt x="212863" y="213786"/>
                </a:cubicBezTo>
                <a:cubicBezTo>
                  <a:pt x="218022" y="235690"/>
                  <a:pt x="226890" y="254326"/>
                  <a:pt x="237229" y="273082"/>
                </a:cubicBezTo>
                <a:cubicBezTo>
                  <a:pt x="248840" y="294146"/>
                  <a:pt x="268664" y="330703"/>
                  <a:pt x="269581" y="351281"/>
                </a:cubicBezTo>
                <a:cubicBezTo>
                  <a:pt x="270328" y="368047"/>
                  <a:pt x="262802" y="386479"/>
                  <a:pt x="246106" y="393988"/>
                </a:cubicBezTo>
                <a:lnTo>
                  <a:pt x="246123" y="394009"/>
                </a:lnTo>
                <a:cubicBezTo>
                  <a:pt x="229900" y="401309"/>
                  <a:pt x="210298" y="395495"/>
                  <a:pt x="198604" y="383786"/>
                </a:cubicBezTo>
                <a:cubicBezTo>
                  <a:pt x="184847" y="370016"/>
                  <a:pt x="184037" y="333452"/>
                  <a:pt x="186930" y="312064"/>
                </a:cubicBezTo>
                <a:lnTo>
                  <a:pt x="191644" y="277111"/>
                </a:lnTo>
                <a:cubicBezTo>
                  <a:pt x="194287" y="257526"/>
                  <a:pt x="194809" y="238559"/>
                  <a:pt x="191992" y="218052"/>
                </a:cubicBezTo>
                <a:cubicBezTo>
                  <a:pt x="173570" y="235277"/>
                  <a:pt x="158986" y="253976"/>
                  <a:pt x="146020" y="274836"/>
                </a:cubicBezTo>
                <a:cubicBezTo>
                  <a:pt x="136006" y="290953"/>
                  <a:pt x="126016" y="306071"/>
                  <a:pt x="113756" y="320504"/>
                </a:cubicBezTo>
                <a:cubicBezTo>
                  <a:pt x="107152" y="328281"/>
                  <a:pt x="99665" y="334654"/>
                  <a:pt x="90341" y="338935"/>
                </a:cubicBezTo>
                <a:cubicBezTo>
                  <a:pt x="74347" y="346272"/>
                  <a:pt x="55558" y="343990"/>
                  <a:pt x="42703" y="332486"/>
                </a:cubicBezTo>
                <a:cubicBezTo>
                  <a:pt x="32867" y="323684"/>
                  <a:pt x="29361" y="311880"/>
                  <a:pt x="32856" y="299410"/>
                </a:cubicBezTo>
                <a:cubicBezTo>
                  <a:pt x="35788" y="288932"/>
                  <a:pt x="40995" y="279759"/>
                  <a:pt x="48816" y="271999"/>
                </a:cubicBezTo>
                <a:cubicBezTo>
                  <a:pt x="56637" y="264238"/>
                  <a:pt x="64390" y="258269"/>
                  <a:pt x="74047" y="253899"/>
                </a:cubicBezTo>
                <a:lnTo>
                  <a:pt x="112286" y="236591"/>
                </a:lnTo>
                <a:cubicBezTo>
                  <a:pt x="134459" y="226552"/>
                  <a:pt x="156171" y="217129"/>
                  <a:pt x="177023" y="203107"/>
                </a:cubicBezTo>
                <a:cubicBezTo>
                  <a:pt x="130757" y="189762"/>
                  <a:pt x="75788" y="200667"/>
                  <a:pt x="34342" y="189387"/>
                </a:cubicBezTo>
                <a:cubicBezTo>
                  <a:pt x="19195" y="185266"/>
                  <a:pt x="7530" y="173937"/>
                  <a:pt x="2195" y="160436"/>
                </a:cubicBezTo>
                <a:cubicBezTo>
                  <a:pt x="-6235" y="139108"/>
                  <a:pt x="10629" y="114031"/>
                  <a:pt x="35442" y="111700"/>
                </a:cubicBezTo>
                <a:cubicBezTo>
                  <a:pt x="71031" y="108367"/>
                  <a:pt x="99045" y="131096"/>
                  <a:pt x="126906" y="151097"/>
                </a:cubicBezTo>
                <a:cubicBezTo>
                  <a:pt x="144936" y="164035"/>
                  <a:pt x="163360" y="175189"/>
                  <a:pt x="185089" y="182501"/>
                </a:cubicBezTo>
                <a:cubicBezTo>
                  <a:pt x="179560" y="160787"/>
                  <a:pt x="171367" y="142135"/>
                  <a:pt x="160623" y="123937"/>
                </a:cubicBezTo>
                <a:cubicBezTo>
                  <a:pt x="151216" y="108014"/>
                  <a:pt x="142020" y="92867"/>
                  <a:pt x="134370" y="76024"/>
                </a:cubicBezTo>
                <a:cubicBezTo>
                  <a:pt x="128924" y="64030"/>
                  <a:pt x="126206" y="51838"/>
                  <a:pt x="127306" y="38705"/>
                </a:cubicBezTo>
                <a:cubicBezTo>
                  <a:pt x="129270" y="15210"/>
                  <a:pt x="149618" y="-2908"/>
                  <a:pt x="173334" y="388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142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8F193B6A-C27E-FD2B-FCAC-CB712B9CC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4429360-E0B5-E472-3BCB-2FC70A04DAF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/>
          <a:p>
            <a:fld id="{00000000-1234-1234-1234-123412341234}" type="slidenum">
              <a:rPr lang="en">
                <a:sym typeface="OpenAI Sans"/>
              </a:rPr>
              <a:pPr/>
              <a:t>7</a:t>
            </a:fld>
            <a:endParaRPr dirty="0">
              <a:sym typeface="OpenAI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3CD65521-5912-FE80-B7B5-EE9E16A135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" dirty="0"/>
              <a:t>One column layout</a:t>
            </a:r>
            <a:endParaRPr dirty="0"/>
          </a:p>
        </p:txBody>
      </p:sp>
      <p:graphicFrame>
        <p:nvGraphicFramePr>
          <p:cNvPr id="2" name="Google Shape;644;p93">
            <a:extLst>
              <a:ext uri="{FF2B5EF4-FFF2-40B4-BE49-F238E27FC236}">
                <a16:creationId xmlns:a16="http://schemas.microsoft.com/office/drawing/2014/main" id="{D298816F-C507-1B76-C71B-E5F8461142E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57807397"/>
              </p:ext>
            </p:extLst>
          </p:nvPr>
        </p:nvGraphicFramePr>
        <p:xfrm>
          <a:off x="393700" y="2374900"/>
          <a:ext cx="11404599" cy="349566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906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6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6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6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46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7022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Column Label</a:t>
                      </a:r>
                      <a:endParaRPr sz="1400" b="1" dirty="0">
                        <a:solidFill>
                          <a:srgbClr val="000000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Column Label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Column Label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Column Label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Column Label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949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Data Point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$00.000 / item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Yes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1,000,000k / 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0.00023862381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949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Data Point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$00.000 / item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No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1,000,000k / 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0.00023862381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949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Data Point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$00.000 / item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Yes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1,000,000k / 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0.00023862381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949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Data Point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$00.000 / item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No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1,000,000k / 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0.00023862381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949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Data Point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$00.000 / item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Yes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1,000,000k / 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0.00023862381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6949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Data Point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$00.000 / item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No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1,000,000k / 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0.00023862381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6949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Data Point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$00.000 / item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Yes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1,000,000k / 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penAI Sans"/>
                          <a:cs typeface="OpenAI Sans"/>
                          <a:sym typeface="OpenAI Sans"/>
                        </a:rPr>
                        <a:t>0.00023862381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penAI Sans"/>
                        <a:cs typeface="OpenAI Sans"/>
                        <a:sym typeface="OpenAI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38949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20E7F48D-6160-4C7B-F1E4-6DA135607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73983F85-E2E7-5016-FA2B-D1CE2944918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Title here</a:t>
            </a:r>
            <a:endParaRPr sz="18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cursus.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Nullam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pharetra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mauris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tortor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In hac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habitasse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platea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dictumst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Proin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mattis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nibh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risus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Nulla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tempor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elementum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dapibus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Nam non ante quis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enim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fringilla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tempus nec in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lectus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In hac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habitasse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platea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dictumst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endParaRPr sz="18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/>
          <a:p>
            <a:fld id="{00000000-1234-1234-1234-123412341234}" type="slidenum">
              <a:rPr lang="en">
                <a:sym typeface="OpenAI Sans"/>
              </a:rPr>
              <a:pPr/>
              <a:t>8</a:t>
            </a:fld>
            <a:endParaRPr dirty="0">
              <a:sym typeface="OpenAI Sans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6409A4-E296-79C0-A5A6-B0CD8EB393CA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Title here</a:t>
            </a: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cursus.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Nullam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pharetra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mauris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tortor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In hac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habitasse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platea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dictumst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Proin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mattis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nibh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risus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Nulla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tempor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elementum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dapibus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Nam non ante quis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enim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fringilla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tempus nec in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lectus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In hac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habitasse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platea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dictumst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</a:t>
            </a: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" dirty="0"/>
              <a:t>Two column layout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E2864E6F-A61F-6268-4D6A-78DC0BEE6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52A30403-4B2D-2E15-7A2F-51A6DF6BE5D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/>
          <a:p>
            <a:fld id="{00000000-1234-1234-1234-123412341234}" type="slidenum">
              <a:rPr lang="en">
                <a:sym typeface="OpenAI Sans"/>
              </a:rPr>
              <a:pPr/>
              <a:t>9</a:t>
            </a:fld>
            <a:endParaRPr dirty="0">
              <a:sym typeface="OpenAI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0A2BB6CD-1085-4638-68F3-7000FD29EA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009"/>
            <a:ext cx="7835900" cy="581584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" dirty="0"/>
              <a:t>Slide tit</a:t>
            </a:r>
            <a:r>
              <a:rPr lang="en-US" dirty="0"/>
              <a:t>le</a:t>
            </a:r>
            <a:r>
              <a:rPr lang="en" dirty="0"/>
              <a:t> headline placeholder</a:t>
            </a:r>
            <a:endParaRPr dirty="0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90FBCE0-CCE2-0D7F-19D7-0DA59E2FBD28}"/>
              </a:ext>
            </a:extLst>
          </p:cNvPr>
          <p:cNvSpPr/>
          <p:nvPr/>
        </p:nvSpPr>
        <p:spPr>
          <a:xfrm>
            <a:off x="397013" y="3025321"/>
            <a:ext cx="5533887" cy="1320801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10">
            <a:extLst>
              <a:ext uri="{FF2B5EF4-FFF2-40B4-BE49-F238E27FC236}">
                <a16:creationId xmlns:a16="http://schemas.microsoft.com/office/drawing/2014/main" id="{31291836-42DE-4BA2-7C66-683137F113DF}"/>
              </a:ext>
            </a:extLst>
          </p:cNvPr>
          <p:cNvSpPr txBox="1">
            <a:spLocks/>
          </p:cNvSpPr>
          <p:nvPr/>
        </p:nvSpPr>
        <p:spPr>
          <a:xfrm>
            <a:off x="694248" y="3274205"/>
            <a:ext cx="4986886" cy="8777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cursus.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Nullam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pharetra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mauris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tortor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</a:p>
        </p:txBody>
      </p:sp>
      <p:sp>
        <p:nvSpPr>
          <p:cNvPr id="4" name="Content Placeholder 15">
            <a:extLst>
              <a:ext uri="{FF2B5EF4-FFF2-40B4-BE49-F238E27FC236}">
                <a16:creationId xmlns:a16="http://schemas.microsoft.com/office/drawing/2014/main" id="{3D399E38-72C8-159B-DE08-FC689A75B5E9}"/>
              </a:ext>
            </a:extLst>
          </p:cNvPr>
          <p:cNvSpPr txBox="1">
            <a:spLocks/>
          </p:cNvSpPr>
          <p:nvPr/>
        </p:nvSpPr>
        <p:spPr>
          <a:xfrm>
            <a:off x="694248" y="4514850"/>
            <a:ext cx="5236652" cy="9779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Detail goes here</a:t>
            </a:r>
          </a:p>
          <a:p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Detail goes here</a:t>
            </a:r>
          </a:p>
          <a:p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Detail goes here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E1586E9-BDFD-E84E-20C0-875E339DC80D}"/>
              </a:ext>
            </a:extLst>
          </p:cNvPr>
          <p:cNvSpPr/>
          <p:nvPr/>
        </p:nvSpPr>
        <p:spPr>
          <a:xfrm>
            <a:off x="6260785" y="3025321"/>
            <a:ext cx="5533887" cy="1320801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DE93465-12EE-49A8-048B-A3C97C2DFE3D}"/>
              </a:ext>
            </a:extLst>
          </p:cNvPr>
          <p:cNvSpPr txBox="1">
            <a:spLocks/>
          </p:cNvSpPr>
          <p:nvPr/>
        </p:nvSpPr>
        <p:spPr>
          <a:xfrm>
            <a:off x="6558020" y="3274205"/>
            <a:ext cx="4986886" cy="8777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cursus.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Nullam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pharetra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mauris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tortor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</a:p>
        </p:txBody>
      </p:sp>
      <p:sp>
        <p:nvSpPr>
          <p:cNvPr id="13" name="Content Placeholder 15">
            <a:extLst>
              <a:ext uri="{FF2B5EF4-FFF2-40B4-BE49-F238E27FC236}">
                <a16:creationId xmlns:a16="http://schemas.microsoft.com/office/drawing/2014/main" id="{0F1EA821-AA26-C1FC-F948-D100ABDE2920}"/>
              </a:ext>
            </a:extLst>
          </p:cNvPr>
          <p:cNvSpPr txBox="1">
            <a:spLocks/>
          </p:cNvSpPr>
          <p:nvPr/>
        </p:nvSpPr>
        <p:spPr>
          <a:xfrm>
            <a:off x="6558020" y="4514850"/>
            <a:ext cx="5236652" cy="9779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Detail goes here</a:t>
            </a:r>
          </a:p>
          <a:p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Detail goes here</a:t>
            </a:r>
          </a:p>
          <a:p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Detail goes here</a:t>
            </a:r>
          </a:p>
        </p:txBody>
      </p:sp>
      <p:sp>
        <p:nvSpPr>
          <p:cNvPr id="14" name="Content Placeholder 15">
            <a:extLst>
              <a:ext uri="{FF2B5EF4-FFF2-40B4-BE49-F238E27FC236}">
                <a16:creationId xmlns:a16="http://schemas.microsoft.com/office/drawing/2014/main" id="{53566714-9098-3B48-6D62-954DC695F743}"/>
              </a:ext>
            </a:extLst>
          </p:cNvPr>
          <p:cNvSpPr txBox="1">
            <a:spLocks/>
          </p:cNvSpPr>
          <p:nvPr/>
        </p:nvSpPr>
        <p:spPr>
          <a:xfrm>
            <a:off x="400939" y="1157513"/>
            <a:ext cx="11404599" cy="162922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800" dirty="0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penAI Sans"/>
              </a:rPr>
              <a:t>Topic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cursus.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Nullam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pharetra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mauris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tortor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In hac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habitasse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platea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dictumst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Proin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mattis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nibh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risus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Nulla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tempor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elementum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dapibus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Nam non ante quis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enim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fringilla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tempus nec in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lectus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In hac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habitasse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platea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dictumst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lang="en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lang="en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lang="en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lang="en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cursus. </a:t>
            </a:r>
            <a:endParaRPr lang="en-US" dirty="0">
              <a:solidFill>
                <a:prstClr val="black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endParaRPr lang="en-US" dirty="0">
              <a:solidFill>
                <a:prstClr val="black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26" name="Content Placeholder 15">
            <a:extLst>
              <a:ext uri="{FF2B5EF4-FFF2-40B4-BE49-F238E27FC236}">
                <a16:creationId xmlns:a16="http://schemas.microsoft.com/office/drawing/2014/main" id="{E7F409CA-A992-D5A3-DF49-49CFA53E418B}"/>
              </a:ext>
            </a:extLst>
          </p:cNvPr>
          <p:cNvSpPr txBox="1">
            <a:spLocks/>
          </p:cNvSpPr>
          <p:nvPr/>
        </p:nvSpPr>
        <p:spPr>
          <a:xfrm>
            <a:off x="400939" y="5617936"/>
            <a:ext cx="11404599" cy="52982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cursus.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Nullam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pharetra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mauris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tortor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In hac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habitasse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platea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dictumst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Proin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mattis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nibh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risus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Nulla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tempor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elementum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dapibus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4624586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A4E7F0FD-F45C-08A7-9810-0F04BA800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5ABB6C87-C52B-3F11-5554-E7FE5D65E5F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/>
          <a:p>
            <a:fld id="{00000000-1234-1234-1234-123412341234}" type="slidenum">
              <a:rPr lang="en">
                <a:sym typeface="OpenAI Sans"/>
              </a:rPr>
              <a:pPr/>
              <a:t>10</a:t>
            </a:fld>
            <a:endParaRPr dirty="0">
              <a:sym typeface="OpenAI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6709CCEE-3EDC-7C6A-83E6-F3B9811F16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009"/>
            <a:ext cx="7835900" cy="581584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" dirty="0"/>
              <a:t>Slide tit</a:t>
            </a:r>
            <a:r>
              <a:rPr lang="en-US" dirty="0"/>
              <a:t>le</a:t>
            </a:r>
            <a:r>
              <a:rPr lang="en" dirty="0"/>
              <a:t> headline placeholder</a:t>
            </a:r>
            <a:endParaRPr dirty="0"/>
          </a:p>
        </p:txBody>
      </p:sp>
      <p:sp>
        <p:nvSpPr>
          <p:cNvPr id="14" name="Content Placeholder 15">
            <a:extLst>
              <a:ext uri="{FF2B5EF4-FFF2-40B4-BE49-F238E27FC236}">
                <a16:creationId xmlns:a16="http://schemas.microsoft.com/office/drawing/2014/main" id="{FA18C159-1C68-49B0-2B79-A5EBCE97BC0E}"/>
              </a:ext>
            </a:extLst>
          </p:cNvPr>
          <p:cNvSpPr txBox="1">
            <a:spLocks/>
          </p:cNvSpPr>
          <p:nvPr/>
        </p:nvSpPr>
        <p:spPr>
          <a:xfrm>
            <a:off x="400939" y="1157514"/>
            <a:ext cx="11404599" cy="1012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800" dirty="0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penAI Sans"/>
              </a:rPr>
              <a:t>Topic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cursus.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Nullam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pharetra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mauris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tortor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In hac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habitasse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platea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dictumst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Proin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mattis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nibh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risus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Nulla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tempor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elementum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dapibus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84863DC-0FA3-F927-64A3-3239DCB431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9605644"/>
              </p:ext>
            </p:extLst>
          </p:nvPr>
        </p:nvGraphicFramePr>
        <p:xfrm>
          <a:off x="400938" y="2374900"/>
          <a:ext cx="11404602" cy="3619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628">
                  <a:extLst>
                    <a:ext uri="{9D8B030D-6E8A-4147-A177-3AD203B41FA5}">
                      <a16:colId xmlns:a16="http://schemas.microsoft.com/office/drawing/2014/main" val="920527476"/>
                    </a:ext>
                  </a:extLst>
                </a:gridCol>
                <a:gridCol w="870886">
                  <a:extLst>
                    <a:ext uri="{9D8B030D-6E8A-4147-A177-3AD203B41FA5}">
                      <a16:colId xmlns:a16="http://schemas.microsoft.com/office/drawing/2014/main" val="4061218747"/>
                    </a:ext>
                  </a:extLst>
                </a:gridCol>
                <a:gridCol w="870886">
                  <a:extLst>
                    <a:ext uri="{9D8B030D-6E8A-4147-A177-3AD203B41FA5}">
                      <a16:colId xmlns:a16="http://schemas.microsoft.com/office/drawing/2014/main" val="465872161"/>
                    </a:ext>
                  </a:extLst>
                </a:gridCol>
                <a:gridCol w="870886">
                  <a:extLst>
                    <a:ext uri="{9D8B030D-6E8A-4147-A177-3AD203B41FA5}">
                      <a16:colId xmlns:a16="http://schemas.microsoft.com/office/drawing/2014/main" val="1034985866"/>
                    </a:ext>
                  </a:extLst>
                </a:gridCol>
                <a:gridCol w="870886">
                  <a:extLst>
                    <a:ext uri="{9D8B030D-6E8A-4147-A177-3AD203B41FA5}">
                      <a16:colId xmlns:a16="http://schemas.microsoft.com/office/drawing/2014/main" val="1592872126"/>
                    </a:ext>
                  </a:extLst>
                </a:gridCol>
                <a:gridCol w="870886">
                  <a:extLst>
                    <a:ext uri="{9D8B030D-6E8A-4147-A177-3AD203B41FA5}">
                      <a16:colId xmlns:a16="http://schemas.microsoft.com/office/drawing/2014/main" val="1808220546"/>
                    </a:ext>
                  </a:extLst>
                </a:gridCol>
                <a:gridCol w="870886">
                  <a:extLst>
                    <a:ext uri="{9D8B030D-6E8A-4147-A177-3AD203B41FA5}">
                      <a16:colId xmlns:a16="http://schemas.microsoft.com/office/drawing/2014/main" val="3715104765"/>
                    </a:ext>
                  </a:extLst>
                </a:gridCol>
                <a:gridCol w="870886">
                  <a:extLst>
                    <a:ext uri="{9D8B030D-6E8A-4147-A177-3AD203B41FA5}">
                      <a16:colId xmlns:a16="http://schemas.microsoft.com/office/drawing/2014/main" val="166692299"/>
                    </a:ext>
                  </a:extLst>
                </a:gridCol>
                <a:gridCol w="870886">
                  <a:extLst>
                    <a:ext uri="{9D8B030D-6E8A-4147-A177-3AD203B41FA5}">
                      <a16:colId xmlns:a16="http://schemas.microsoft.com/office/drawing/2014/main" val="3303263828"/>
                    </a:ext>
                  </a:extLst>
                </a:gridCol>
                <a:gridCol w="870886">
                  <a:extLst>
                    <a:ext uri="{9D8B030D-6E8A-4147-A177-3AD203B41FA5}">
                      <a16:colId xmlns:a16="http://schemas.microsoft.com/office/drawing/2014/main" val="2825089355"/>
                    </a:ext>
                  </a:extLst>
                </a:gridCol>
              </a:tblGrid>
              <a:tr h="452438"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OpenAI Sans"/>
                        </a:rPr>
                        <a:t>Detail</a:t>
                      </a:r>
                      <a:endParaRPr lang="en-US" dirty="0"/>
                    </a:p>
                  </a:txBody>
                  <a:tcPr marL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OpenAI Sans"/>
                        </a:rPr>
                        <a:t>Detail</a:t>
                      </a:r>
                      <a:endParaRPr lang="en-US" dirty="0"/>
                    </a:p>
                  </a:txBody>
                  <a:tcPr marL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OpenAI Sans"/>
                        </a:rPr>
                        <a:t>Detail</a:t>
                      </a:r>
                      <a:endParaRPr lang="en-US"/>
                    </a:p>
                  </a:txBody>
                  <a:tcPr marL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OpenAI Sans"/>
                        </a:rPr>
                        <a:t>Detail</a:t>
                      </a:r>
                      <a:endParaRPr lang="en-US"/>
                    </a:p>
                  </a:txBody>
                  <a:tcPr marL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OpenAI Sans"/>
                        </a:rPr>
                        <a:t>Detail</a:t>
                      </a:r>
                      <a:endParaRPr lang="en-US"/>
                    </a:p>
                  </a:txBody>
                  <a:tcPr marL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OpenAI Sans"/>
                        </a:rPr>
                        <a:t>Detail</a:t>
                      </a:r>
                      <a:endParaRPr lang="en-US"/>
                    </a:p>
                  </a:txBody>
                  <a:tcPr marL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OpenAI Sans"/>
                        </a:rPr>
                        <a:t>Detail</a:t>
                      </a:r>
                      <a:endParaRPr lang="en-US"/>
                    </a:p>
                  </a:txBody>
                  <a:tcPr marL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OpenAI Sans"/>
                        </a:rPr>
                        <a:t>Detail</a:t>
                      </a:r>
                      <a:endParaRPr lang="en-US"/>
                    </a:p>
                  </a:txBody>
                  <a:tcPr marL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OpenAI Sans"/>
                        </a:rPr>
                        <a:t>Detail</a:t>
                      </a:r>
                      <a:endParaRPr lang="en-US"/>
                    </a:p>
                  </a:txBody>
                  <a:tcPr marL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OpenAI Sans"/>
                        </a:rPr>
                        <a:t>Detail</a:t>
                      </a:r>
                      <a:endParaRPr lang="en-US"/>
                    </a:p>
                  </a:txBody>
                  <a:tcPr marL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4839750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OpenAI Sans"/>
                        </a:rPr>
                        <a:t>Detail</a:t>
                      </a:r>
                      <a:endParaRPr lang="en-US" dirty="0"/>
                    </a:p>
                  </a:txBody>
                  <a:tcPr marL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OpenAI Sans"/>
                        </a:rPr>
                        <a:t>Detail</a:t>
                      </a:r>
                      <a:endParaRPr lang="en-US" dirty="0"/>
                    </a:p>
                  </a:txBody>
                  <a:tcPr marL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OpenAI Sans"/>
                        </a:rPr>
                        <a:t>Detail</a:t>
                      </a:r>
                      <a:endParaRPr lang="en-US" dirty="0"/>
                    </a:p>
                  </a:txBody>
                  <a:tcPr marL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OpenAI Sans"/>
                        </a:rPr>
                        <a:t>Detail</a:t>
                      </a:r>
                      <a:endParaRPr lang="en-US" dirty="0"/>
                    </a:p>
                  </a:txBody>
                  <a:tcPr marL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OpenAI Sans"/>
                        </a:rPr>
                        <a:t>Detail</a:t>
                      </a:r>
                      <a:endParaRPr lang="en-US"/>
                    </a:p>
                  </a:txBody>
                  <a:tcPr marL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OpenAI Sans"/>
                        </a:rPr>
                        <a:t>Detail</a:t>
                      </a:r>
                      <a:endParaRPr lang="en-US"/>
                    </a:p>
                  </a:txBody>
                  <a:tcPr marL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OpenAI Sans"/>
                        </a:rPr>
                        <a:t>Detail</a:t>
                      </a:r>
                      <a:endParaRPr lang="en-US"/>
                    </a:p>
                  </a:txBody>
                  <a:tcPr marL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OpenAI Sans"/>
                        </a:rPr>
                        <a:t>Detail</a:t>
                      </a:r>
                      <a:endParaRPr lang="en-US"/>
                    </a:p>
                  </a:txBody>
                  <a:tcPr marL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OpenAI Sans"/>
                        </a:rPr>
                        <a:t>Detail</a:t>
                      </a:r>
                      <a:endParaRPr lang="en-US"/>
                    </a:p>
                  </a:txBody>
                  <a:tcPr marL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OpenAI Sans"/>
                        </a:rPr>
                        <a:t>Detail</a:t>
                      </a:r>
                      <a:endParaRPr lang="en-US"/>
                    </a:p>
                  </a:txBody>
                  <a:tcPr marL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8245988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OpenAI Sans"/>
                        </a:rPr>
                        <a:t>Detail</a:t>
                      </a:r>
                      <a:endParaRPr lang="en-US"/>
                    </a:p>
                  </a:txBody>
                  <a:tcPr marL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OpenAI Sans"/>
                        </a:rPr>
                        <a:t>Detail</a:t>
                      </a:r>
                      <a:endParaRPr lang="en-US"/>
                    </a:p>
                  </a:txBody>
                  <a:tcPr marL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OpenAI Sans"/>
                        </a:rPr>
                        <a:t>Detail</a:t>
                      </a:r>
                      <a:endParaRPr lang="en-US" dirty="0"/>
                    </a:p>
                  </a:txBody>
                  <a:tcPr marL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OpenAI Sans"/>
                        </a:rPr>
                        <a:t>Detail</a:t>
                      </a:r>
                      <a:endParaRPr lang="en-US" dirty="0"/>
                    </a:p>
                  </a:txBody>
                  <a:tcPr marL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OpenAI Sans"/>
                        </a:rPr>
                        <a:t>Detail</a:t>
                      </a:r>
                      <a:endParaRPr lang="en-US" dirty="0"/>
                    </a:p>
                  </a:txBody>
                  <a:tcPr marL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OpenAI Sans"/>
                        </a:rPr>
                        <a:t>Detail</a:t>
                      </a:r>
                      <a:endParaRPr lang="en-US"/>
                    </a:p>
                  </a:txBody>
                  <a:tcPr marL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OpenAI Sans"/>
                        </a:rPr>
                        <a:t>Detail</a:t>
                      </a:r>
                      <a:endParaRPr lang="en-US"/>
                    </a:p>
                  </a:txBody>
                  <a:tcPr marL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OpenAI Sans"/>
                        </a:rPr>
                        <a:t>Detail</a:t>
                      </a:r>
                      <a:endParaRPr lang="en-US"/>
                    </a:p>
                  </a:txBody>
                  <a:tcPr marL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OpenAI Sans"/>
                        </a:rPr>
                        <a:t>Detail</a:t>
                      </a:r>
                      <a:endParaRPr lang="en-US"/>
                    </a:p>
                  </a:txBody>
                  <a:tcPr marL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OpenAI Sans"/>
                        </a:rPr>
                        <a:t>Detail</a:t>
                      </a:r>
                      <a:endParaRPr lang="en-US"/>
                    </a:p>
                  </a:txBody>
                  <a:tcPr marL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435976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OpenAI Sans"/>
                        </a:rPr>
                        <a:t>Detail</a:t>
                      </a:r>
                      <a:endParaRPr lang="en-US"/>
                    </a:p>
                  </a:txBody>
                  <a:tcPr marL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OpenAI Sans"/>
                        </a:rPr>
                        <a:t>Detail</a:t>
                      </a:r>
                      <a:endParaRPr lang="en-US" dirty="0"/>
                    </a:p>
                  </a:txBody>
                  <a:tcPr marL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OpenAI Sans"/>
                        </a:rPr>
                        <a:t>Detail</a:t>
                      </a:r>
                      <a:endParaRPr lang="en-US"/>
                    </a:p>
                  </a:txBody>
                  <a:tcPr marL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OpenAI Sans"/>
                        </a:rPr>
                        <a:t>Detail</a:t>
                      </a:r>
                      <a:endParaRPr lang="en-US" dirty="0"/>
                    </a:p>
                  </a:txBody>
                  <a:tcPr marL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OpenAI Sans"/>
                        </a:rPr>
                        <a:t>Detail</a:t>
                      </a:r>
                      <a:endParaRPr lang="en-US" dirty="0"/>
                    </a:p>
                  </a:txBody>
                  <a:tcPr marL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OpenAI Sans"/>
                        </a:rPr>
                        <a:t>Detail</a:t>
                      </a:r>
                      <a:endParaRPr lang="en-US"/>
                    </a:p>
                  </a:txBody>
                  <a:tcPr marL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OpenAI Sans"/>
                        </a:rPr>
                        <a:t>Detail</a:t>
                      </a:r>
                      <a:endParaRPr lang="en-US"/>
                    </a:p>
                  </a:txBody>
                  <a:tcPr marL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OpenAI Sans"/>
                        </a:rPr>
                        <a:t>Detail</a:t>
                      </a:r>
                      <a:endParaRPr lang="en-US"/>
                    </a:p>
                  </a:txBody>
                  <a:tcPr marL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OpenAI Sans"/>
                        </a:rPr>
                        <a:t>Detail</a:t>
                      </a:r>
                      <a:endParaRPr lang="en-US"/>
                    </a:p>
                  </a:txBody>
                  <a:tcPr marL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OpenAI Sans"/>
                        </a:rPr>
                        <a:t>Detail</a:t>
                      </a:r>
                      <a:endParaRPr lang="en-US"/>
                    </a:p>
                  </a:txBody>
                  <a:tcPr marL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7175442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OpenAI Sans"/>
                        </a:rPr>
                        <a:t>Detail</a:t>
                      </a:r>
                      <a:endParaRPr lang="en-US"/>
                    </a:p>
                  </a:txBody>
                  <a:tcPr marL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OpenAI Sans"/>
                        </a:rPr>
                        <a:t>Detail</a:t>
                      </a:r>
                      <a:endParaRPr lang="en-US"/>
                    </a:p>
                  </a:txBody>
                  <a:tcPr marL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OpenAI Sans"/>
                        </a:rPr>
                        <a:t>Detail</a:t>
                      </a:r>
                      <a:endParaRPr lang="en-US" dirty="0"/>
                    </a:p>
                  </a:txBody>
                  <a:tcPr marL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OpenAI Sans"/>
                        </a:rPr>
                        <a:t>Detail</a:t>
                      </a:r>
                      <a:endParaRPr lang="en-US"/>
                    </a:p>
                  </a:txBody>
                  <a:tcPr marL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OpenAI Sans"/>
                        </a:rPr>
                        <a:t>Detail</a:t>
                      </a:r>
                      <a:endParaRPr lang="en-US" dirty="0"/>
                    </a:p>
                  </a:txBody>
                  <a:tcPr marL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OpenAI Sans"/>
                        </a:rPr>
                        <a:t>Detail</a:t>
                      </a:r>
                      <a:endParaRPr lang="en-US" dirty="0"/>
                    </a:p>
                  </a:txBody>
                  <a:tcPr marL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OpenAI Sans"/>
                        </a:rPr>
                        <a:t>Detail</a:t>
                      </a:r>
                      <a:endParaRPr lang="en-US" dirty="0"/>
                    </a:p>
                  </a:txBody>
                  <a:tcPr marL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OpenAI Sans"/>
                        </a:rPr>
                        <a:t>Detail</a:t>
                      </a:r>
                      <a:endParaRPr lang="en-US" dirty="0"/>
                    </a:p>
                  </a:txBody>
                  <a:tcPr marL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OpenAI Sans"/>
                        </a:rPr>
                        <a:t>Detail</a:t>
                      </a:r>
                      <a:endParaRPr lang="en-US" dirty="0"/>
                    </a:p>
                  </a:txBody>
                  <a:tcPr marL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OpenAI Sans"/>
                        </a:rPr>
                        <a:t>Detail</a:t>
                      </a:r>
                      <a:endParaRPr lang="en-US" dirty="0"/>
                    </a:p>
                  </a:txBody>
                  <a:tcPr marL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7803212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OpenAI Sans"/>
                        </a:rPr>
                        <a:t>Detail</a:t>
                      </a:r>
                      <a:endParaRPr lang="en-US"/>
                    </a:p>
                  </a:txBody>
                  <a:tcPr marL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OpenAI Sans"/>
                        </a:rPr>
                        <a:t>Detail</a:t>
                      </a:r>
                      <a:endParaRPr lang="en-US"/>
                    </a:p>
                  </a:txBody>
                  <a:tcPr marL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OpenAI Sans"/>
                        </a:rPr>
                        <a:t>Detail</a:t>
                      </a:r>
                      <a:endParaRPr lang="en-US" dirty="0"/>
                    </a:p>
                  </a:txBody>
                  <a:tcPr marL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OpenAI Sans"/>
                        </a:rPr>
                        <a:t>Detail</a:t>
                      </a:r>
                      <a:endParaRPr lang="en-US"/>
                    </a:p>
                  </a:txBody>
                  <a:tcPr marL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OpenAI Sans"/>
                        </a:rPr>
                        <a:t>Detail</a:t>
                      </a:r>
                      <a:endParaRPr lang="en-US" dirty="0"/>
                    </a:p>
                  </a:txBody>
                  <a:tcPr marL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OpenAI Sans"/>
                        </a:rPr>
                        <a:t>Detail</a:t>
                      </a:r>
                      <a:endParaRPr lang="en-US" dirty="0"/>
                    </a:p>
                  </a:txBody>
                  <a:tcPr marL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OpenAI Sans"/>
                        </a:rPr>
                        <a:t>Detail</a:t>
                      </a:r>
                      <a:endParaRPr lang="en-US" dirty="0"/>
                    </a:p>
                  </a:txBody>
                  <a:tcPr marL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OpenAI Sans"/>
                        </a:rPr>
                        <a:t>Detail</a:t>
                      </a:r>
                      <a:endParaRPr lang="en-US" dirty="0"/>
                    </a:p>
                  </a:txBody>
                  <a:tcPr marL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OpenAI Sans"/>
                        </a:rPr>
                        <a:t>Detail</a:t>
                      </a:r>
                      <a:endParaRPr lang="en-US" dirty="0"/>
                    </a:p>
                  </a:txBody>
                  <a:tcPr marL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OpenAI Sans"/>
                        </a:rPr>
                        <a:t>Detail</a:t>
                      </a:r>
                      <a:endParaRPr lang="en-US" dirty="0"/>
                    </a:p>
                  </a:txBody>
                  <a:tcPr marL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031310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OpenAI Sans"/>
                        </a:rPr>
                        <a:t>Detail</a:t>
                      </a:r>
                      <a:endParaRPr lang="en-US"/>
                    </a:p>
                  </a:txBody>
                  <a:tcPr marL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OpenAI Sans"/>
                        </a:rPr>
                        <a:t>Detail</a:t>
                      </a:r>
                      <a:endParaRPr lang="en-US"/>
                    </a:p>
                  </a:txBody>
                  <a:tcPr marL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OpenAI Sans"/>
                        </a:rPr>
                        <a:t>Detail</a:t>
                      </a:r>
                      <a:endParaRPr lang="en-US" dirty="0"/>
                    </a:p>
                  </a:txBody>
                  <a:tcPr marL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OpenAI Sans"/>
                        </a:rPr>
                        <a:t>Detail</a:t>
                      </a:r>
                      <a:endParaRPr lang="en-US" dirty="0"/>
                    </a:p>
                  </a:txBody>
                  <a:tcPr marL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OpenAI Sans"/>
                        </a:rPr>
                        <a:t>Detail</a:t>
                      </a:r>
                      <a:endParaRPr lang="en-US" dirty="0"/>
                    </a:p>
                  </a:txBody>
                  <a:tcPr marL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OpenAI Sans"/>
                        </a:rPr>
                        <a:t>Detail</a:t>
                      </a:r>
                      <a:endParaRPr lang="en-US" dirty="0"/>
                    </a:p>
                  </a:txBody>
                  <a:tcPr marL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OpenAI Sans"/>
                        </a:rPr>
                        <a:t>Detail</a:t>
                      </a:r>
                      <a:endParaRPr lang="en-US" dirty="0"/>
                    </a:p>
                  </a:txBody>
                  <a:tcPr marL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OpenAI Sans"/>
                        </a:rPr>
                        <a:t>Detail</a:t>
                      </a:r>
                      <a:endParaRPr lang="en-US" dirty="0"/>
                    </a:p>
                  </a:txBody>
                  <a:tcPr marL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OpenAI Sans"/>
                        </a:rPr>
                        <a:t>Detail</a:t>
                      </a:r>
                      <a:endParaRPr lang="en-US" dirty="0"/>
                    </a:p>
                  </a:txBody>
                  <a:tcPr marL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OpenAI Sans"/>
                        </a:rPr>
                        <a:t>Detail</a:t>
                      </a:r>
                      <a:endParaRPr lang="en-US" dirty="0"/>
                    </a:p>
                  </a:txBody>
                  <a:tcPr marL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752214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OpenAI Sans"/>
                        </a:rPr>
                        <a:t>Detail</a:t>
                      </a:r>
                      <a:endParaRPr lang="en-US"/>
                    </a:p>
                  </a:txBody>
                  <a:tcPr marL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OpenAI Sans"/>
                        </a:rPr>
                        <a:t>Detail</a:t>
                      </a:r>
                      <a:endParaRPr lang="en-US"/>
                    </a:p>
                  </a:txBody>
                  <a:tcPr marL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OpenAI Sans"/>
                        </a:rPr>
                        <a:t>Detail</a:t>
                      </a:r>
                      <a:endParaRPr lang="en-US" dirty="0"/>
                    </a:p>
                  </a:txBody>
                  <a:tcPr marL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OpenAI Sans"/>
                        </a:rPr>
                        <a:t>Detail</a:t>
                      </a:r>
                      <a:endParaRPr lang="en-US"/>
                    </a:p>
                  </a:txBody>
                  <a:tcPr marL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OpenAI Sans"/>
                        </a:rPr>
                        <a:t>Detail</a:t>
                      </a:r>
                      <a:endParaRPr lang="en-US" dirty="0"/>
                    </a:p>
                  </a:txBody>
                  <a:tcPr marL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OpenAI Sans"/>
                        </a:rPr>
                        <a:t>Detail</a:t>
                      </a:r>
                      <a:endParaRPr lang="en-US" dirty="0"/>
                    </a:p>
                  </a:txBody>
                  <a:tcPr marL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OpenAI Sans"/>
                        </a:rPr>
                        <a:t>Detail</a:t>
                      </a:r>
                      <a:endParaRPr lang="en-US" dirty="0"/>
                    </a:p>
                  </a:txBody>
                  <a:tcPr marL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OpenAI Sans"/>
                        </a:rPr>
                        <a:t>Detail</a:t>
                      </a:r>
                      <a:endParaRPr lang="en-US" dirty="0"/>
                    </a:p>
                  </a:txBody>
                  <a:tcPr marL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OpenAI Sans"/>
                        </a:rPr>
                        <a:t>Detail</a:t>
                      </a:r>
                      <a:endParaRPr lang="en-US" dirty="0"/>
                    </a:p>
                  </a:txBody>
                  <a:tcPr marL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 panose="02000503000000020004" pitchFamily="2" charset="0"/>
                          <a:ea typeface="Helvetica Neue" panose="02000503000000020004" pitchFamily="2" charset="0"/>
                          <a:cs typeface="Helvetica Neue" panose="02000503000000020004" pitchFamily="2" charset="0"/>
                          <a:sym typeface="OpenAI Sans"/>
                        </a:rPr>
                        <a:t>Detail</a:t>
                      </a:r>
                      <a:endParaRPr lang="en-US" dirty="0"/>
                    </a:p>
                  </a:txBody>
                  <a:tcPr marL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80211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79694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97DEB-32E0-D9F3-35C2-91B2F4A74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99D28F4-0533-71C4-6121-D7C1CF725D88}"/>
              </a:ext>
            </a:extLst>
          </p:cNvPr>
          <p:cNvSpPr/>
          <p:nvPr/>
        </p:nvSpPr>
        <p:spPr>
          <a:xfrm>
            <a:off x="5930900" y="393700"/>
            <a:ext cx="5867400" cy="1638300"/>
          </a:xfrm>
          <a:prstGeom prst="roundRect">
            <a:avLst>
              <a:gd name="adj" fmla="val 3585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B220E5B-9AD4-0A77-D081-8DD6CEDEDE55}"/>
              </a:ext>
            </a:extLst>
          </p:cNvPr>
          <p:cNvSpPr/>
          <p:nvPr/>
        </p:nvSpPr>
        <p:spPr>
          <a:xfrm>
            <a:off x="5930900" y="2369856"/>
            <a:ext cx="5867400" cy="1638300"/>
          </a:xfrm>
          <a:prstGeom prst="roundRect">
            <a:avLst>
              <a:gd name="adj" fmla="val 3585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015B47D-C18B-C33D-B6B9-8B12C7F21DA3}"/>
              </a:ext>
            </a:extLst>
          </p:cNvPr>
          <p:cNvSpPr/>
          <p:nvPr/>
        </p:nvSpPr>
        <p:spPr>
          <a:xfrm>
            <a:off x="5930900" y="4356100"/>
            <a:ext cx="5867400" cy="1638300"/>
          </a:xfrm>
          <a:prstGeom prst="roundRect">
            <a:avLst>
              <a:gd name="adj" fmla="val 3585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70AE1A9-6BFA-C8F8-15D8-E0C474C987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11</a:t>
            </a:fld>
            <a:endParaRPr lang="e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98E6F4A-D901-EDDD-8055-85C5D5B50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1" y="344008"/>
            <a:ext cx="4928108" cy="1047491"/>
          </a:xfrm>
        </p:spPr>
        <p:txBody>
          <a:bodyPr/>
          <a:lstStyle/>
          <a:p>
            <a:r>
              <a:rPr lang="en-US" dirty="0"/>
              <a:t>Three points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2851832-A61E-C0E6-B2C4-DAC1BEA62DF8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261100" y="672952"/>
            <a:ext cx="5287433" cy="1079796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Title goes here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81492ACB-99F1-D37C-A4AB-B658921013CF}"/>
              </a:ext>
            </a:extLst>
          </p:cNvPr>
          <p:cNvSpPr txBox="1">
            <a:spLocks/>
          </p:cNvSpPr>
          <p:nvPr/>
        </p:nvSpPr>
        <p:spPr>
          <a:xfrm>
            <a:off x="6261100" y="2664788"/>
            <a:ext cx="5287433" cy="104843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Title goes here</a:t>
            </a:r>
          </a:p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EE244A58-AA3E-6549-238A-E0B6EB985242}"/>
              </a:ext>
            </a:extLst>
          </p:cNvPr>
          <p:cNvSpPr txBox="1">
            <a:spLocks/>
          </p:cNvSpPr>
          <p:nvPr/>
        </p:nvSpPr>
        <p:spPr>
          <a:xfrm>
            <a:off x="6261100" y="4656290"/>
            <a:ext cx="5287433" cy="103792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Title goes here</a:t>
            </a:r>
          </a:p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656266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C8989C9F-F39B-D100-E2B6-C08F6C934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69A7B84F-6F74-164C-037A-8CB20BDDFE1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/>
          <a:p>
            <a:fld id="{00000000-1234-1234-1234-123412341234}" type="slidenum">
              <a:rPr lang="en">
                <a:sym typeface="OpenAI Sans"/>
              </a:rPr>
              <a:pPr/>
              <a:t>12</a:t>
            </a:fld>
            <a:endParaRPr dirty="0">
              <a:sym typeface="OpenAI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E3D44A9C-8B13-1683-4B06-D873237D1D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008"/>
            <a:ext cx="3568700" cy="1047491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" dirty="0"/>
              <a:t>Two column layout</a:t>
            </a:r>
            <a:endParaRPr dirty="0"/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047BF48D-F983-118D-D2F7-E43AACA9F053}"/>
              </a:ext>
            </a:extLst>
          </p:cNvPr>
          <p:cNvSpPr txBox="1">
            <a:spLocks/>
          </p:cNvSpPr>
          <p:nvPr/>
        </p:nvSpPr>
        <p:spPr>
          <a:xfrm>
            <a:off x="6292445" y="393701"/>
            <a:ext cx="5505855" cy="6477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</a:p>
        </p:txBody>
      </p:sp>
      <p:sp>
        <p:nvSpPr>
          <p:cNvPr id="2" name="Content Placeholder 10">
            <a:extLst>
              <a:ext uri="{FF2B5EF4-FFF2-40B4-BE49-F238E27FC236}">
                <a16:creationId xmlns:a16="http://schemas.microsoft.com/office/drawing/2014/main" id="{AF6A488A-017C-2F49-A724-CF436659025C}"/>
              </a:ext>
            </a:extLst>
          </p:cNvPr>
          <p:cNvSpPr txBox="1">
            <a:spLocks/>
          </p:cNvSpPr>
          <p:nvPr/>
        </p:nvSpPr>
        <p:spPr>
          <a:xfrm>
            <a:off x="4311245" y="393701"/>
            <a:ext cx="1784755" cy="6477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penAI Sans"/>
              </a:rPr>
              <a:t>Title goes here</a:t>
            </a:r>
          </a:p>
        </p:txBody>
      </p:sp>
      <p:sp>
        <p:nvSpPr>
          <p:cNvPr id="7" name="Content Placeholder 10">
            <a:extLst>
              <a:ext uri="{FF2B5EF4-FFF2-40B4-BE49-F238E27FC236}">
                <a16:creationId xmlns:a16="http://schemas.microsoft.com/office/drawing/2014/main" id="{59230B05-F497-DE80-839D-8A9B7CC16019}"/>
              </a:ext>
            </a:extLst>
          </p:cNvPr>
          <p:cNvSpPr txBox="1">
            <a:spLocks/>
          </p:cNvSpPr>
          <p:nvPr/>
        </p:nvSpPr>
        <p:spPr>
          <a:xfrm>
            <a:off x="6292445" y="1397001"/>
            <a:ext cx="5505855" cy="6477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D01219A0-506D-650D-E147-5B813202720E}"/>
              </a:ext>
            </a:extLst>
          </p:cNvPr>
          <p:cNvSpPr txBox="1">
            <a:spLocks/>
          </p:cNvSpPr>
          <p:nvPr/>
        </p:nvSpPr>
        <p:spPr>
          <a:xfrm>
            <a:off x="4311245" y="1397001"/>
            <a:ext cx="1784755" cy="6477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penAI Sans"/>
              </a:rPr>
              <a:t>Title goes here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F5BFF3A2-62B8-C64E-A147-B21AD9CBB5F0}"/>
              </a:ext>
            </a:extLst>
          </p:cNvPr>
          <p:cNvSpPr txBox="1">
            <a:spLocks/>
          </p:cNvSpPr>
          <p:nvPr/>
        </p:nvSpPr>
        <p:spPr>
          <a:xfrm>
            <a:off x="6292445" y="2374901"/>
            <a:ext cx="5505855" cy="6477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</a:p>
        </p:txBody>
      </p:sp>
      <p:sp>
        <p:nvSpPr>
          <p:cNvPr id="15" name="Content Placeholder 10">
            <a:extLst>
              <a:ext uri="{FF2B5EF4-FFF2-40B4-BE49-F238E27FC236}">
                <a16:creationId xmlns:a16="http://schemas.microsoft.com/office/drawing/2014/main" id="{F7608A34-9B1E-8319-01AB-B013BBE6762F}"/>
              </a:ext>
            </a:extLst>
          </p:cNvPr>
          <p:cNvSpPr txBox="1">
            <a:spLocks/>
          </p:cNvSpPr>
          <p:nvPr/>
        </p:nvSpPr>
        <p:spPr>
          <a:xfrm>
            <a:off x="4311245" y="2374901"/>
            <a:ext cx="1784755" cy="6477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penAI Sans"/>
              </a:rPr>
              <a:t>Title goes here</a:t>
            </a:r>
          </a:p>
        </p:txBody>
      </p:sp>
      <p:sp>
        <p:nvSpPr>
          <p:cNvPr id="16" name="Content Placeholder 10">
            <a:extLst>
              <a:ext uri="{FF2B5EF4-FFF2-40B4-BE49-F238E27FC236}">
                <a16:creationId xmlns:a16="http://schemas.microsoft.com/office/drawing/2014/main" id="{0845C908-26F4-26EB-1CA7-AABB89BB3442}"/>
              </a:ext>
            </a:extLst>
          </p:cNvPr>
          <p:cNvSpPr txBox="1">
            <a:spLocks/>
          </p:cNvSpPr>
          <p:nvPr/>
        </p:nvSpPr>
        <p:spPr>
          <a:xfrm>
            <a:off x="6292445" y="3365501"/>
            <a:ext cx="5505855" cy="6477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</a:p>
        </p:txBody>
      </p:sp>
      <p:sp>
        <p:nvSpPr>
          <p:cNvPr id="17" name="Content Placeholder 10">
            <a:extLst>
              <a:ext uri="{FF2B5EF4-FFF2-40B4-BE49-F238E27FC236}">
                <a16:creationId xmlns:a16="http://schemas.microsoft.com/office/drawing/2014/main" id="{228D802D-D8A9-E697-144D-8E7477F2954C}"/>
              </a:ext>
            </a:extLst>
          </p:cNvPr>
          <p:cNvSpPr txBox="1">
            <a:spLocks/>
          </p:cNvSpPr>
          <p:nvPr/>
        </p:nvSpPr>
        <p:spPr>
          <a:xfrm>
            <a:off x="4311245" y="3365501"/>
            <a:ext cx="1784755" cy="6477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penAI Sans"/>
              </a:rPr>
              <a:t>Title goes here</a:t>
            </a:r>
          </a:p>
        </p:txBody>
      </p:sp>
      <p:sp>
        <p:nvSpPr>
          <p:cNvPr id="18" name="Content Placeholder 10">
            <a:extLst>
              <a:ext uri="{FF2B5EF4-FFF2-40B4-BE49-F238E27FC236}">
                <a16:creationId xmlns:a16="http://schemas.microsoft.com/office/drawing/2014/main" id="{0CCFFBE1-F391-100C-F0AF-8B730BA0A306}"/>
              </a:ext>
            </a:extLst>
          </p:cNvPr>
          <p:cNvSpPr txBox="1">
            <a:spLocks/>
          </p:cNvSpPr>
          <p:nvPr/>
        </p:nvSpPr>
        <p:spPr>
          <a:xfrm>
            <a:off x="6292445" y="4356101"/>
            <a:ext cx="5505855" cy="6477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</a:p>
        </p:txBody>
      </p:sp>
      <p:sp>
        <p:nvSpPr>
          <p:cNvPr id="19" name="Content Placeholder 10">
            <a:extLst>
              <a:ext uri="{FF2B5EF4-FFF2-40B4-BE49-F238E27FC236}">
                <a16:creationId xmlns:a16="http://schemas.microsoft.com/office/drawing/2014/main" id="{BDD61A53-13D8-0ED5-E0A9-5CB7D8718708}"/>
              </a:ext>
            </a:extLst>
          </p:cNvPr>
          <p:cNvSpPr txBox="1">
            <a:spLocks/>
          </p:cNvSpPr>
          <p:nvPr/>
        </p:nvSpPr>
        <p:spPr>
          <a:xfrm>
            <a:off x="4311245" y="4356101"/>
            <a:ext cx="1784755" cy="6477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penAI Sans"/>
              </a:rPr>
              <a:t>Title goes here</a:t>
            </a:r>
          </a:p>
        </p:txBody>
      </p:sp>
      <p:sp>
        <p:nvSpPr>
          <p:cNvPr id="20" name="Content Placeholder 10">
            <a:extLst>
              <a:ext uri="{FF2B5EF4-FFF2-40B4-BE49-F238E27FC236}">
                <a16:creationId xmlns:a16="http://schemas.microsoft.com/office/drawing/2014/main" id="{8FDE77B0-FFF1-E69E-8C9B-D6E2B9870D16}"/>
              </a:ext>
            </a:extLst>
          </p:cNvPr>
          <p:cNvSpPr txBox="1">
            <a:spLocks/>
          </p:cNvSpPr>
          <p:nvPr/>
        </p:nvSpPr>
        <p:spPr>
          <a:xfrm>
            <a:off x="6292445" y="5359401"/>
            <a:ext cx="5505855" cy="6477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</a:p>
        </p:txBody>
      </p:sp>
      <p:sp>
        <p:nvSpPr>
          <p:cNvPr id="21" name="Content Placeholder 10">
            <a:extLst>
              <a:ext uri="{FF2B5EF4-FFF2-40B4-BE49-F238E27FC236}">
                <a16:creationId xmlns:a16="http://schemas.microsoft.com/office/drawing/2014/main" id="{5657569D-FC7C-5C9F-EA43-E13413EF7786}"/>
              </a:ext>
            </a:extLst>
          </p:cNvPr>
          <p:cNvSpPr txBox="1">
            <a:spLocks/>
          </p:cNvSpPr>
          <p:nvPr/>
        </p:nvSpPr>
        <p:spPr>
          <a:xfrm>
            <a:off x="4311245" y="5359401"/>
            <a:ext cx="1784755" cy="6477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penAI Sans"/>
              </a:rPr>
              <a:t>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30816403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CFE5198B-4DE9-7211-B26D-C7E4AA289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DD71EE4F-3D11-F21C-BED3-0D2E53F4B0C4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93700" y="3365500"/>
            <a:ext cx="3568700" cy="2628900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Title here</a:t>
            </a:r>
            <a:endParaRPr sz="18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cursus.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Nullam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pharetra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mauris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tortor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In hac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habitasse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platea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dictumst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endParaRPr sz="18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9EE8A1CA-4617-FF10-E8D0-B582B7F48A8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/>
          <a:p>
            <a:fld id="{00000000-1234-1234-1234-123412341234}" type="slidenum">
              <a:rPr lang="en">
                <a:sym typeface="OpenAI Sans"/>
              </a:rPr>
              <a:pPr/>
              <a:t>13</a:t>
            </a:fld>
            <a:endParaRPr dirty="0">
              <a:sym typeface="OpenAI Sans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221F66B-D015-87EF-5CC9-6CCAD265C3D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318000" y="3365500"/>
            <a:ext cx="3568700" cy="2628900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Title here</a:t>
            </a: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cursus.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Nullam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pharetra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mauris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tortor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In hac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habitasse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platea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dictumst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DB3804-DAA5-3AD0-2DBB-2B2393C3E769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232273" y="3365500"/>
            <a:ext cx="3568700" cy="2628900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Title here</a:t>
            </a: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cursus.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Nullam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pharetra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mauris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tortor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In hac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habitasse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platea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dictumst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68499D35-F61B-DF1C-10A6-EA04E8D006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" dirty="0"/>
              <a:t>Three column layout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351715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F8433-0645-ED5A-37C8-BD5DDBE1D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1D44F7AB-1763-C9DF-D07A-AAEE9DB548AE}"/>
              </a:ext>
            </a:extLst>
          </p:cNvPr>
          <p:cNvSpPr/>
          <p:nvPr/>
        </p:nvSpPr>
        <p:spPr>
          <a:xfrm>
            <a:off x="8233335" y="3022600"/>
            <a:ext cx="2581975" cy="2971800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Content Placeholder 15">
            <a:extLst>
              <a:ext uri="{FF2B5EF4-FFF2-40B4-BE49-F238E27FC236}">
                <a16:creationId xmlns:a16="http://schemas.microsoft.com/office/drawing/2014/main" id="{DEA69B8B-AC82-5D8D-6DC3-1435E10EFA74}"/>
              </a:ext>
            </a:extLst>
          </p:cNvPr>
          <p:cNvSpPr txBox="1">
            <a:spLocks/>
          </p:cNvSpPr>
          <p:nvPr/>
        </p:nvSpPr>
        <p:spPr>
          <a:xfrm>
            <a:off x="8458602" y="3325812"/>
            <a:ext cx="2145400" cy="16779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</a:t>
            </a:r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B6300F8B-E97D-EE9E-4225-90702D36C4D1}"/>
              </a:ext>
            </a:extLst>
          </p:cNvPr>
          <p:cNvSpPr txBox="1">
            <a:spLocks/>
          </p:cNvSpPr>
          <p:nvPr/>
        </p:nvSpPr>
        <p:spPr>
          <a:xfrm>
            <a:off x="8487334" y="5544658"/>
            <a:ext cx="1686860" cy="20701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en-US" sz="140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Date</a:t>
            </a:r>
            <a:endParaRPr lang="en-US" sz="1400" dirty="0">
              <a:solidFill>
                <a:prstClr val="black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28" name="Google Shape;2261;p159">
            <a:extLst>
              <a:ext uri="{FF2B5EF4-FFF2-40B4-BE49-F238E27FC236}">
                <a16:creationId xmlns:a16="http://schemas.microsoft.com/office/drawing/2014/main" id="{D866E886-664F-3FB7-D53F-EC59490BDA56}"/>
              </a:ext>
            </a:extLst>
          </p:cNvPr>
          <p:cNvSpPr/>
          <p:nvPr/>
        </p:nvSpPr>
        <p:spPr>
          <a:xfrm>
            <a:off x="8460678" y="5288071"/>
            <a:ext cx="107100" cy="107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  <a:sym typeface="OpenAI Sans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164D62F-0E28-6899-D1A2-846CA2FAA06B}"/>
              </a:ext>
            </a:extLst>
          </p:cNvPr>
          <p:cNvSpPr/>
          <p:nvPr/>
        </p:nvSpPr>
        <p:spPr>
          <a:xfrm>
            <a:off x="4293347" y="3022600"/>
            <a:ext cx="2581975" cy="2971800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15">
            <a:extLst>
              <a:ext uri="{FF2B5EF4-FFF2-40B4-BE49-F238E27FC236}">
                <a16:creationId xmlns:a16="http://schemas.microsoft.com/office/drawing/2014/main" id="{74B5E1C3-F19B-1098-5782-2ABB1D1A91AF}"/>
              </a:ext>
            </a:extLst>
          </p:cNvPr>
          <p:cNvSpPr txBox="1">
            <a:spLocks/>
          </p:cNvSpPr>
          <p:nvPr/>
        </p:nvSpPr>
        <p:spPr>
          <a:xfrm>
            <a:off x="4518614" y="3325812"/>
            <a:ext cx="2145400" cy="16779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D46C2F3-E047-949F-E426-85D04E8B5696}"/>
              </a:ext>
            </a:extLst>
          </p:cNvPr>
          <p:cNvSpPr/>
          <p:nvPr/>
        </p:nvSpPr>
        <p:spPr>
          <a:xfrm>
            <a:off x="393700" y="3022600"/>
            <a:ext cx="2581975" cy="2971800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C2D97B83-3C45-E37A-21C3-D5F333EEE6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967" y="5549772"/>
            <a:ext cx="1730533" cy="192900"/>
          </a:xfrm>
        </p:spPr>
        <p:txBody>
          <a:bodyPr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63574A-89C7-955F-74B9-B91B30FDE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74A810-7A8E-054F-9F6B-09E9C694ECF9}" type="slidenum">
              <a:rPr lang="en-US" smtClean="0"/>
              <a:pPr/>
              <a:t>14</a:t>
            </a:fld>
            <a:endParaRPr lang="en-US" sz="1100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B8BE5863-55C6-337E-1F38-84416561E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Timeline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4FE8A3D-53A2-1416-CACF-BD6787D6F0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47346" y="5544658"/>
            <a:ext cx="1686860" cy="207014"/>
          </a:xfrm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Date</a:t>
            </a:r>
          </a:p>
        </p:txBody>
      </p:sp>
      <p:cxnSp>
        <p:nvCxnSpPr>
          <p:cNvPr id="2" name="Google Shape;2259;p159">
            <a:extLst>
              <a:ext uri="{FF2B5EF4-FFF2-40B4-BE49-F238E27FC236}">
                <a16:creationId xmlns:a16="http://schemas.microsoft.com/office/drawing/2014/main" id="{3099EB65-9AAE-CD2E-293A-2FD32C58405D}"/>
              </a:ext>
            </a:extLst>
          </p:cNvPr>
          <p:cNvCxnSpPr>
            <a:stCxn id="3" idx="2"/>
          </p:cNvCxnSpPr>
          <p:nvPr/>
        </p:nvCxnSpPr>
        <p:spPr>
          <a:xfrm>
            <a:off x="618967" y="5341621"/>
            <a:ext cx="12245400" cy="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>
              <a:ext uri="{FF2B5EF4-FFF2-40B4-BE49-F238E27FC236}">
                <a16:creationId xmlns:a16="http://schemas.microsoft.com/office/drawing/2014/main" id="{C18CA270-D7FF-5F52-A97F-D8D6C3E591F9}"/>
              </a:ext>
            </a:extLst>
          </p:cNvPr>
          <p:cNvSpPr/>
          <p:nvPr/>
        </p:nvSpPr>
        <p:spPr>
          <a:xfrm>
            <a:off x="618967" y="5288071"/>
            <a:ext cx="107100" cy="107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  <a:sym typeface="OpenAI Sans"/>
            </a:endParaRPr>
          </a:p>
        </p:txBody>
      </p:sp>
      <p:sp>
        <p:nvSpPr>
          <p:cNvPr id="5" name="Google Shape;2261;p159">
            <a:extLst>
              <a:ext uri="{FF2B5EF4-FFF2-40B4-BE49-F238E27FC236}">
                <a16:creationId xmlns:a16="http://schemas.microsoft.com/office/drawing/2014/main" id="{A1A1F5EF-D65E-D2BC-463A-C5FFC2E3DA62}"/>
              </a:ext>
            </a:extLst>
          </p:cNvPr>
          <p:cNvSpPr/>
          <p:nvPr/>
        </p:nvSpPr>
        <p:spPr>
          <a:xfrm>
            <a:off x="4520690" y="5288071"/>
            <a:ext cx="107100" cy="107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  <a:sym typeface="OpenAI Sans"/>
            </a:endParaRPr>
          </a:p>
        </p:txBody>
      </p:sp>
      <p:sp>
        <p:nvSpPr>
          <p:cNvPr id="8" name="Content Placeholder 15">
            <a:extLst>
              <a:ext uri="{FF2B5EF4-FFF2-40B4-BE49-F238E27FC236}">
                <a16:creationId xmlns:a16="http://schemas.microsoft.com/office/drawing/2014/main" id="{E4FBD0D2-0150-2466-E4B2-FBFCAE3E3054}"/>
              </a:ext>
            </a:extLst>
          </p:cNvPr>
          <p:cNvSpPr txBox="1">
            <a:spLocks/>
          </p:cNvSpPr>
          <p:nvPr/>
        </p:nvSpPr>
        <p:spPr>
          <a:xfrm>
            <a:off x="618967" y="3325812"/>
            <a:ext cx="2145400" cy="16779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879125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38F0C-BADB-C0D8-10DE-FF8B011FA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DD464D-3316-879D-91C3-30E54491AD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74A810-7A8E-054F-9F6B-09E9C694ECF9}" type="slidenum">
              <a:rPr lang="en-US" smtClean="0"/>
              <a:pPr/>
              <a:t>15</a:t>
            </a:fld>
            <a:endParaRPr lang="en-US" sz="1100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8D39B68E-326B-DDEB-2069-B8BB0D01F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5534180" cy="1047491"/>
          </a:xfrm>
        </p:spPr>
        <p:txBody>
          <a:bodyPr/>
          <a:lstStyle/>
          <a:p>
            <a:r>
              <a:rPr lang="en-US" dirty="0"/>
              <a:t>Four column layout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9B30B4D-AB5C-65DB-5658-753508EB3D5D}"/>
              </a:ext>
            </a:extLst>
          </p:cNvPr>
          <p:cNvSpPr/>
          <p:nvPr/>
        </p:nvSpPr>
        <p:spPr>
          <a:xfrm>
            <a:off x="393700" y="2032000"/>
            <a:ext cx="2581975" cy="2656541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2F75E60C-F9D7-0EB1-DB87-30BB4B887E89}"/>
              </a:ext>
            </a:extLst>
          </p:cNvPr>
          <p:cNvSpPr/>
          <p:nvPr/>
        </p:nvSpPr>
        <p:spPr>
          <a:xfrm>
            <a:off x="0" y="5385955"/>
            <a:ext cx="12192000" cy="1485900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48F23094-2741-BF93-9618-593A39D42BD2}"/>
              </a:ext>
            </a:extLst>
          </p:cNvPr>
          <p:cNvSpPr txBox="1">
            <a:spLocks/>
          </p:cNvSpPr>
          <p:nvPr/>
        </p:nvSpPr>
        <p:spPr>
          <a:xfrm>
            <a:off x="631052" y="2251890"/>
            <a:ext cx="2133315" cy="90375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tabLst/>
              <a:defRPr/>
            </a:pPr>
            <a:r>
              <a:rPr kumimoji="0" lang="en-US" sz="50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12%</a:t>
            </a:r>
            <a:endParaRPr lang="en-US" sz="5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D63831D1-6AB6-9FDC-DF3D-910C1C60EA7D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97670" y="3740150"/>
            <a:ext cx="2066698" cy="615950"/>
          </a:xfrm>
        </p:spPr>
        <p:txBody>
          <a:bodyPr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</a:t>
            </a:r>
            <a:b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</a:b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sit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endParaRPr lang="en-US" sz="1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D0C74EF0-61EA-0AD2-19B0-75CAAA4B844A}"/>
              </a:ext>
            </a:extLst>
          </p:cNvPr>
          <p:cNvSpPr/>
          <p:nvPr/>
        </p:nvSpPr>
        <p:spPr>
          <a:xfrm>
            <a:off x="3345905" y="2032000"/>
            <a:ext cx="2581975" cy="2656541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Content Placeholder 9">
            <a:extLst>
              <a:ext uri="{FF2B5EF4-FFF2-40B4-BE49-F238E27FC236}">
                <a16:creationId xmlns:a16="http://schemas.microsoft.com/office/drawing/2014/main" id="{6130B530-1157-40A3-0161-21ADDD16DABF}"/>
              </a:ext>
            </a:extLst>
          </p:cNvPr>
          <p:cNvSpPr txBox="1">
            <a:spLocks/>
          </p:cNvSpPr>
          <p:nvPr/>
        </p:nvSpPr>
        <p:spPr>
          <a:xfrm>
            <a:off x="3583257" y="2251890"/>
            <a:ext cx="2133315" cy="90375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tabLst/>
              <a:defRPr/>
            </a:pPr>
            <a:r>
              <a:rPr kumimoji="0" lang="en-US" sz="50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12%</a:t>
            </a:r>
            <a:endParaRPr lang="en-US" sz="5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6" name="Content Placeholder 15">
            <a:extLst>
              <a:ext uri="{FF2B5EF4-FFF2-40B4-BE49-F238E27FC236}">
                <a16:creationId xmlns:a16="http://schemas.microsoft.com/office/drawing/2014/main" id="{7DE51176-FC24-C3CB-45B8-8EA48AFAF9E1}"/>
              </a:ext>
            </a:extLst>
          </p:cNvPr>
          <p:cNvSpPr txBox="1">
            <a:spLocks/>
          </p:cNvSpPr>
          <p:nvPr/>
        </p:nvSpPr>
        <p:spPr>
          <a:xfrm>
            <a:off x="3649875" y="3740150"/>
            <a:ext cx="2066698" cy="6159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</a:t>
            </a:r>
            <a:br>
              <a:rPr lang="en-US" sz="1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</a:br>
            <a:r>
              <a:rPr lang="en-US" sz="1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sit amet, consectetur</a:t>
            </a:r>
            <a:endParaRPr lang="en-US" sz="1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B5992B1D-5E0E-664C-375F-216AFC12EAE8}"/>
              </a:ext>
            </a:extLst>
          </p:cNvPr>
          <p:cNvSpPr/>
          <p:nvPr/>
        </p:nvSpPr>
        <p:spPr>
          <a:xfrm>
            <a:off x="6271986" y="2032000"/>
            <a:ext cx="2581975" cy="2656541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Content Placeholder 9">
            <a:extLst>
              <a:ext uri="{FF2B5EF4-FFF2-40B4-BE49-F238E27FC236}">
                <a16:creationId xmlns:a16="http://schemas.microsoft.com/office/drawing/2014/main" id="{54A023A6-B45F-0FFE-0391-DBB435439A7B}"/>
              </a:ext>
            </a:extLst>
          </p:cNvPr>
          <p:cNvSpPr txBox="1">
            <a:spLocks/>
          </p:cNvSpPr>
          <p:nvPr/>
        </p:nvSpPr>
        <p:spPr>
          <a:xfrm>
            <a:off x="6509338" y="2251890"/>
            <a:ext cx="2133315" cy="90375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tabLst/>
              <a:defRPr/>
            </a:pPr>
            <a:r>
              <a:rPr kumimoji="0" lang="en-US" sz="50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12%</a:t>
            </a:r>
            <a:endParaRPr lang="en-US" sz="5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9" name="Content Placeholder 15">
            <a:extLst>
              <a:ext uri="{FF2B5EF4-FFF2-40B4-BE49-F238E27FC236}">
                <a16:creationId xmlns:a16="http://schemas.microsoft.com/office/drawing/2014/main" id="{5E890D67-9D53-7808-5E55-E05F92307EAC}"/>
              </a:ext>
            </a:extLst>
          </p:cNvPr>
          <p:cNvSpPr txBox="1">
            <a:spLocks/>
          </p:cNvSpPr>
          <p:nvPr/>
        </p:nvSpPr>
        <p:spPr>
          <a:xfrm>
            <a:off x="6575956" y="3740150"/>
            <a:ext cx="2066698" cy="6159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</a:t>
            </a:r>
            <a:br>
              <a:rPr lang="en-US" sz="1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</a:br>
            <a:r>
              <a:rPr lang="en-US" sz="1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sit amet, consectetur</a:t>
            </a:r>
            <a:endParaRPr lang="en-US" sz="1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DEE6595D-2709-1F7C-8B9A-47164A9A4EB2}"/>
              </a:ext>
            </a:extLst>
          </p:cNvPr>
          <p:cNvSpPr/>
          <p:nvPr/>
        </p:nvSpPr>
        <p:spPr>
          <a:xfrm>
            <a:off x="9224191" y="2032000"/>
            <a:ext cx="2581975" cy="2656541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Content Placeholder 9">
            <a:extLst>
              <a:ext uri="{FF2B5EF4-FFF2-40B4-BE49-F238E27FC236}">
                <a16:creationId xmlns:a16="http://schemas.microsoft.com/office/drawing/2014/main" id="{0DD8DA38-D646-1FA9-28D4-71AFE0F87ED8}"/>
              </a:ext>
            </a:extLst>
          </p:cNvPr>
          <p:cNvSpPr txBox="1">
            <a:spLocks/>
          </p:cNvSpPr>
          <p:nvPr/>
        </p:nvSpPr>
        <p:spPr>
          <a:xfrm>
            <a:off x="9461543" y="2251890"/>
            <a:ext cx="2133315" cy="90375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tabLst/>
              <a:defRPr/>
            </a:pPr>
            <a:r>
              <a:rPr kumimoji="0" lang="en-US" sz="50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12%</a:t>
            </a:r>
            <a:endParaRPr lang="en-US" sz="5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2" name="Content Placeholder 15">
            <a:extLst>
              <a:ext uri="{FF2B5EF4-FFF2-40B4-BE49-F238E27FC236}">
                <a16:creationId xmlns:a16="http://schemas.microsoft.com/office/drawing/2014/main" id="{5D7CE5C2-7A4C-5B39-AEB6-25510E71F253}"/>
              </a:ext>
            </a:extLst>
          </p:cNvPr>
          <p:cNvSpPr txBox="1">
            <a:spLocks/>
          </p:cNvSpPr>
          <p:nvPr/>
        </p:nvSpPr>
        <p:spPr>
          <a:xfrm>
            <a:off x="9528161" y="3740150"/>
            <a:ext cx="2066698" cy="6159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</a:t>
            </a:r>
            <a:br>
              <a:rPr lang="en-US" sz="1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</a:br>
            <a:r>
              <a:rPr lang="en-US" sz="1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sit amet, consectetur</a:t>
            </a:r>
            <a:endParaRPr lang="en-US" sz="1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21B19CD8-2634-6048-888D-54374B2A6E19}"/>
              </a:ext>
            </a:extLst>
          </p:cNvPr>
          <p:cNvSpPr txBox="1">
            <a:spLocks/>
          </p:cNvSpPr>
          <p:nvPr/>
        </p:nvSpPr>
        <p:spPr>
          <a:xfrm>
            <a:off x="6261100" y="400899"/>
            <a:ext cx="5539873" cy="9906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cursus.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Nullam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pharetra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mauris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tortor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In hac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habitasse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platea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1349990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2D2A5-98BF-6644-E664-52FDC2AD4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8DB759-9AE5-E6B9-B76C-E329FE2462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74A810-7A8E-054F-9F6B-09E9C694ECF9}" type="slidenum">
              <a:rPr lang="en-US" smtClean="0"/>
              <a:pPr/>
              <a:t>16</a:t>
            </a:fld>
            <a:endParaRPr lang="en-US" sz="1100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613FBFDF-16BF-0D53-2A1B-04B010762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5534180" cy="1047491"/>
          </a:xfrm>
        </p:spPr>
        <p:txBody>
          <a:bodyPr/>
          <a:lstStyle/>
          <a:p>
            <a:r>
              <a:rPr lang="en-US" dirty="0"/>
              <a:t>Four column layout</a:t>
            </a:r>
          </a:p>
        </p:txBody>
      </p:sp>
      <p:sp>
        <p:nvSpPr>
          <p:cNvPr id="38" name="Content Placeholder 9">
            <a:extLst>
              <a:ext uri="{FF2B5EF4-FFF2-40B4-BE49-F238E27FC236}">
                <a16:creationId xmlns:a16="http://schemas.microsoft.com/office/drawing/2014/main" id="{9AE798CC-FC9E-8FD6-B40A-60BD9A43B147}"/>
              </a:ext>
            </a:extLst>
          </p:cNvPr>
          <p:cNvSpPr txBox="1">
            <a:spLocks/>
          </p:cNvSpPr>
          <p:nvPr/>
        </p:nvSpPr>
        <p:spPr>
          <a:xfrm>
            <a:off x="6467774" y="4072340"/>
            <a:ext cx="2133315" cy="90375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tabLst/>
              <a:defRPr/>
            </a:pPr>
            <a:r>
              <a:rPr kumimoji="0" lang="en-US" sz="50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12%</a:t>
            </a:r>
            <a:endParaRPr lang="en-US" sz="5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9" name="Content Placeholder 15">
            <a:extLst>
              <a:ext uri="{FF2B5EF4-FFF2-40B4-BE49-F238E27FC236}">
                <a16:creationId xmlns:a16="http://schemas.microsoft.com/office/drawing/2014/main" id="{ECB39FDF-C879-3F75-4B5B-F3AB960C39D0}"/>
              </a:ext>
            </a:extLst>
          </p:cNvPr>
          <p:cNvSpPr txBox="1">
            <a:spLocks/>
          </p:cNvSpPr>
          <p:nvPr/>
        </p:nvSpPr>
        <p:spPr>
          <a:xfrm>
            <a:off x="6534392" y="5068235"/>
            <a:ext cx="2066698" cy="6159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</a:t>
            </a:r>
            <a:br>
              <a:rPr lang="en-US" sz="1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</a:br>
            <a:r>
              <a:rPr lang="en-US" sz="1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sit amet, consectetur</a:t>
            </a:r>
            <a:endParaRPr lang="en-US" sz="1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41" name="Content Placeholder 9">
            <a:extLst>
              <a:ext uri="{FF2B5EF4-FFF2-40B4-BE49-F238E27FC236}">
                <a16:creationId xmlns:a16="http://schemas.microsoft.com/office/drawing/2014/main" id="{838DC2B0-2494-42A8-504F-21F6B5C20B58}"/>
              </a:ext>
            </a:extLst>
          </p:cNvPr>
          <p:cNvSpPr txBox="1">
            <a:spLocks/>
          </p:cNvSpPr>
          <p:nvPr/>
        </p:nvSpPr>
        <p:spPr>
          <a:xfrm>
            <a:off x="9419979" y="4072340"/>
            <a:ext cx="2133315" cy="90375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tabLst/>
              <a:defRPr/>
            </a:pPr>
            <a:r>
              <a:rPr kumimoji="0" lang="en-US" sz="50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12%</a:t>
            </a:r>
            <a:endParaRPr lang="en-US" sz="5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2" name="Content Placeholder 15">
            <a:extLst>
              <a:ext uri="{FF2B5EF4-FFF2-40B4-BE49-F238E27FC236}">
                <a16:creationId xmlns:a16="http://schemas.microsoft.com/office/drawing/2014/main" id="{2C5D82D2-ECA3-145C-27B1-5F3350F999DD}"/>
              </a:ext>
            </a:extLst>
          </p:cNvPr>
          <p:cNvSpPr txBox="1">
            <a:spLocks/>
          </p:cNvSpPr>
          <p:nvPr/>
        </p:nvSpPr>
        <p:spPr>
          <a:xfrm>
            <a:off x="9486597" y="5068235"/>
            <a:ext cx="2066698" cy="6159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</a:t>
            </a:r>
            <a:br>
              <a:rPr lang="en-US" sz="1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</a:br>
            <a:r>
              <a:rPr lang="en-US" sz="1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sit amet, consectetur</a:t>
            </a:r>
            <a:endParaRPr lang="en-US" sz="1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5A1700D6-925B-7147-7F15-10B86FF7D15A}"/>
              </a:ext>
            </a:extLst>
          </p:cNvPr>
          <p:cNvSpPr/>
          <p:nvPr/>
        </p:nvSpPr>
        <p:spPr>
          <a:xfrm>
            <a:off x="393700" y="1041400"/>
            <a:ext cx="5526315" cy="5435072"/>
          </a:xfrm>
          <a:prstGeom prst="roundRect">
            <a:avLst>
              <a:gd name="adj" fmla="val 2804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C43755-957A-12EE-615F-F99E996A765B}"/>
              </a:ext>
            </a:extLst>
          </p:cNvPr>
          <p:cNvSpPr/>
          <p:nvPr/>
        </p:nvSpPr>
        <p:spPr>
          <a:xfrm>
            <a:off x="6261100" y="4356100"/>
            <a:ext cx="67129" cy="115207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788EE4-D0CC-A10B-FC9E-1FB3B83074D8}"/>
              </a:ext>
            </a:extLst>
          </p:cNvPr>
          <p:cNvSpPr/>
          <p:nvPr/>
        </p:nvSpPr>
        <p:spPr>
          <a:xfrm>
            <a:off x="9207500" y="4356100"/>
            <a:ext cx="67129" cy="115207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A94CC6B8-25E6-8162-65F2-80B98D5796D8}"/>
              </a:ext>
            </a:extLst>
          </p:cNvPr>
          <p:cNvSpPr txBox="1">
            <a:spLocks/>
          </p:cNvSpPr>
          <p:nvPr/>
        </p:nvSpPr>
        <p:spPr>
          <a:xfrm>
            <a:off x="6261100" y="1709230"/>
            <a:ext cx="5292194" cy="161406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cursus.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Nullam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pharetra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mauris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tortor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In hac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habitasse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platea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dictumst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Proin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mattis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nibh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risus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EF9BEF42-0805-CD6A-74BE-5394F2532E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88633663"/>
              </p:ext>
            </p:extLst>
          </p:nvPr>
        </p:nvGraphicFramePr>
        <p:xfrm>
          <a:off x="638705" y="1254716"/>
          <a:ext cx="5124182" cy="50245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318424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64854-169D-9584-DC1C-B809BEA35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38D868-3ADE-676B-438C-29D7611110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74A810-7A8E-054F-9F6B-09E9C694ECF9}" type="slidenum">
              <a:rPr lang="en-US" smtClean="0"/>
              <a:pPr/>
              <a:t>17</a:t>
            </a:fld>
            <a:endParaRPr lang="en-US" sz="1100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378F6A60-947D-E6BF-D14C-3BCF6C2DA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5534180" cy="1047491"/>
          </a:xfrm>
        </p:spPr>
        <p:txBody>
          <a:bodyPr/>
          <a:lstStyle/>
          <a:p>
            <a:r>
              <a:rPr lang="en-US" dirty="0"/>
              <a:t>Four column layout</a:t>
            </a:r>
          </a:p>
        </p:txBody>
      </p:sp>
      <p:sp>
        <p:nvSpPr>
          <p:cNvPr id="38" name="Content Placeholder 9">
            <a:extLst>
              <a:ext uri="{FF2B5EF4-FFF2-40B4-BE49-F238E27FC236}">
                <a16:creationId xmlns:a16="http://schemas.microsoft.com/office/drawing/2014/main" id="{F46924B0-E252-6F41-AEF6-707576EEC644}"/>
              </a:ext>
            </a:extLst>
          </p:cNvPr>
          <p:cNvSpPr txBox="1">
            <a:spLocks/>
          </p:cNvSpPr>
          <p:nvPr/>
        </p:nvSpPr>
        <p:spPr>
          <a:xfrm>
            <a:off x="6467774" y="4072340"/>
            <a:ext cx="2133315" cy="90375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tabLst/>
              <a:defRPr/>
            </a:pPr>
            <a:r>
              <a:rPr kumimoji="0" lang="en-US" sz="50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12%</a:t>
            </a:r>
            <a:endParaRPr lang="en-US" sz="5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9" name="Content Placeholder 15">
            <a:extLst>
              <a:ext uri="{FF2B5EF4-FFF2-40B4-BE49-F238E27FC236}">
                <a16:creationId xmlns:a16="http://schemas.microsoft.com/office/drawing/2014/main" id="{56FBCDC5-76EC-145C-18F3-9CE37FE482F2}"/>
              </a:ext>
            </a:extLst>
          </p:cNvPr>
          <p:cNvSpPr txBox="1">
            <a:spLocks/>
          </p:cNvSpPr>
          <p:nvPr/>
        </p:nvSpPr>
        <p:spPr>
          <a:xfrm>
            <a:off x="6534392" y="5068235"/>
            <a:ext cx="2066698" cy="6159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</a:t>
            </a:r>
            <a:br>
              <a:rPr lang="en-US" sz="1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</a:br>
            <a:r>
              <a:rPr lang="en-US" sz="1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sit amet, consectetur</a:t>
            </a:r>
            <a:endParaRPr lang="en-US" sz="1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41" name="Content Placeholder 9">
            <a:extLst>
              <a:ext uri="{FF2B5EF4-FFF2-40B4-BE49-F238E27FC236}">
                <a16:creationId xmlns:a16="http://schemas.microsoft.com/office/drawing/2014/main" id="{8F99D628-85E5-7316-AD95-3EE427B94930}"/>
              </a:ext>
            </a:extLst>
          </p:cNvPr>
          <p:cNvSpPr txBox="1">
            <a:spLocks/>
          </p:cNvSpPr>
          <p:nvPr/>
        </p:nvSpPr>
        <p:spPr>
          <a:xfrm>
            <a:off x="9419979" y="4072340"/>
            <a:ext cx="2133315" cy="90375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tabLst/>
              <a:defRPr/>
            </a:pPr>
            <a:r>
              <a:rPr kumimoji="0" lang="en-US" sz="50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12%</a:t>
            </a:r>
            <a:endParaRPr lang="en-US" sz="5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2" name="Content Placeholder 15">
            <a:extLst>
              <a:ext uri="{FF2B5EF4-FFF2-40B4-BE49-F238E27FC236}">
                <a16:creationId xmlns:a16="http://schemas.microsoft.com/office/drawing/2014/main" id="{BB7D59C4-643D-649E-C83F-B879BFF2F6D6}"/>
              </a:ext>
            </a:extLst>
          </p:cNvPr>
          <p:cNvSpPr txBox="1">
            <a:spLocks/>
          </p:cNvSpPr>
          <p:nvPr/>
        </p:nvSpPr>
        <p:spPr>
          <a:xfrm>
            <a:off x="9486597" y="5068235"/>
            <a:ext cx="2066698" cy="6159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</a:t>
            </a:r>
            <a:br>
              <a:rPr lang="en-US" sz="1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</a:br>
            <a:r>
              <a:rPr lang="en-US" sz="1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sit amet, consectetur</a:t>
            </a:r>
            <a:endParaRPr lang="en-US" sz="1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E63CD2B-5701-6476-A7B4-22B60FFEE8F7}"/>
              </a:ext>
            </a:extLst>
          </p:cNvPr>
          <p:cNvSpPr/>
          <p:nvPr/>
        </p:nvSpPr>
        <p:spPr>
          <a:xfrm>
            <a:off x="393700" y="1041400"/>
            <a:ext cx="5526315" cy="5435072"/>
          </a:xfrm>
          <a:prstGeom prst="roundRect">
            <a:avLst>
              <a:gd name="adj" fmla="val 2804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86CDAE5-C90E-598F-EF23-9C2405AA2294}"/>
              </a:ext>
            </a:extLst>
          </p:cNvPr>
          <p:cNvSpPr/>
          <p:nvPr/>
        </p:nvSpPr>
        <p:spPr>
          <a:xfrm>
            <a:off x="6261100" y="4356100"/>
            <a:ext cx="67129" cy="115207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0D826E-5909-476F-F491-0FBCE01C3C78}"/>
              </a:ext>
            </a:extLst>
          </p:cNvPr>
          <p:cNvSpPr/>
          <p:nvPr/>
        </p:nvSpPr>
        <p:spPr>
          <a:xfrm>
            <a:off x="9207500" y="4356100"/>
            <a:ext cx="67129" cy="115207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D234CE49-8AE1-9C3B-D7C5-6240A6EF3958}"/>
              </a:ext>
            </a:extLst>
          </p:cNvPr>
          <p:cNvSpPr txBox="1">
            <a:spLocks/>
          </p:cNvSpPr>
          <p:nvPr/>
        </p:nvSpPr>
        <p:spPr>
          <a:xfrm>
            <a:off x="6261100" y="1709230"/>
            <a:ext cx="5292194" cy="161406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cursus.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Nullam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pharetra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mauris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tortor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In hac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habitasse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platea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dictumst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Proin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mattis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nibh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risus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B28822C8-3E19-35AF-0616-FD3346A111F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09395659"/>
              </p:ext>
            </p:extLst>
          </p:nvPr>
        </p:nvGraphicFramePr>
        <p:xfrm>
          <a:off x="638705" y="1254716"/>
          <a:ext cx="5124182" cy="50245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766153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4B8E8F17-4426-5257-095E-32EC7FDF7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5E6F3576-FAD9-7780-1390-E4CCDDDDF4C8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93700" y="2391832"/>
            <a:ext cx="3568700" cy="360256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lang="en" sz="1800" dirty="0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penAI Sans"/>
              </a:rPr>
              <a:t>01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lang="en" sz="1800" dirty="0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penAI Sans"/>
              </a:rPr>
              <a:t>Title here</a:t>
            </a:r>
            <a:endParaRPr sz="1800" dirty="0">
              <a:solidFill>
                <a:prstClr val="black"/>
              </a:solidFill>
              <a:latin typeface="Helvetica Neue Medium" panose="02000503000000020004" pitchFamily="2" charset="0"/>
              <a:ea typeface="Helvetica Neue Medium" panose="02000503000000020004" pitchFamily="2" charset="0"/>
              <a:cs typeface="Helvetica Neue Medium" panose="02000503000000020004" pitchFamily="2" charset="0"/>
              <a:sym typeface="OpenAI Sans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lang="en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lang="en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lang="en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lang="en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cursus. </a:t>
            </a:r>
            <a:r>
              <a:rPr lang="en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Nullam</a:t>
            </a:r>
            <a:r>
              <a:rPr lang="en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pharetra </a:t>
            </a:r>
            <a:r>
              <a:rPr lang="en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mauris</a:t>
            </a:r>
            <a:r>
              <a:rPr lang="en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tortor</a:t>
            </a:r>
            <a:r>
              <a:rPr lang="en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In hac </a:t>
            </a:r>
            <a:r>
              <a:rPr lang="en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habitasse</a:t>
            </a:r>
            <a:r>
              <a:rPr lang="en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platea</a:t>
            </a:r>
            <a:r>
              <a:rPr lang="en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Detail goes here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Detail goes here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Detail goes here</a:t>
            </a: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DBEA618B-866F-6F23-43A9-78F2D312787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/>
          <a:p>
            <a:fld id="{00000000-1234-1234-1234-123412341234}" type="slidenum">
              <a:rPr lang="en">
                <a:sym typeface="OpenAI Sans"/>
              </a:rPr>
              <a:pPr/>
              <a:t>18</a:t>
            </a:fld>
            <a:endParaRPr dirty="0">
              <a:sym typeface="OpenAI Sans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ED2788F-D3A7-1987-7296-9AC0BE2A1D1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318000" y="2374900"/>
            <a:ext cx="3568700" cy="3619500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penAI Sans"/>
              </a:rPr>
              <a:t>02</a:t>
            </a: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penAI Sans"/>
              </a:rPr>
              <a:t>Title here</a:t>
            </a: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cursus.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Nullam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pharetra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mauris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tortor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In hac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habitasse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platea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</a:p>
          <a:p>
            <a:pPr marL="228600" marR="0" lvl="0" indent="-22860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Detail goes here</a:t>
            </a:r>
          </a:p>
          <a:p>
            <a:pPr marL="228600" marR="0" lvl="0" indent="-22860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Detail goes here</a:t>
            </a:r>
          </a:p>
          <a:p>
            <a:pPr marL="228600" marR="0" lvl="0" indent="-22860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Detail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3D00A-6146-FC12-E7D6-0A4E6D490B4A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232273" y="2374900"/>
            <a:ext cx="3568700" cy="3619500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penAI Sans"/>
              </a:rPr>
              <a:t>03</a:t>
            </a: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penAI Sans"/>
              </a:rPr>
              <a:t>Title here</a:t>
            </a: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cursus.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Nullam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pharetra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mauris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tortor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In hac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habitasse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platea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</a:p>
          <a:p>
            <a:pPr marL="228600" marR="0" lvl="0" indent="-22860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Detail goes here</a:t>
            </a:r>
          </a:p>
          <a:p>
            <a:pPr marL="228600" marR="0" lvl="0" indent="-22860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Detail goes here</a:t>
            </a:r>
          </a:p>
          <a:p>
            <a:pPr marL="228600" marR="0" lvl="0" indent="-22860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Detail goes here</a:t>
            </a: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24C70FFE-9D4B-9EEB-4231-9B1B74B40A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" dirty="0"/>
              <a:t>Three column layout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661716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2CFE3A-BCC1-081C-E12A-0C43D45632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553E75-49E9-9C40-983B-A38A5D9DE5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74A810-7A8E-054F-9F6B-09E9C694ECF9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0DED229D-8FB1-A98B-48DE-0F84D8CCF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Three column layout</a:t>
            </a:r>
            <a:endParaRPr lang="en-US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C769086-2F0B-B36D-7560-45B38E874AAC}"/>
              </a:ext>
            </a:extLst>
          </p:cNvPr>
          <p:cNvSpPr/>
          <p:nvPr/>
        </p:nvSpPr>
        <p:spPr>
          <a:xfrm>
            <a:off x="393700" y="2374900"/>
            <a:ext cx="3568700" cy="3619500"/>
          </a:xfrm>
          <a:prstGeom prst="roundRect">
            <a:avLst>
              <a:gd name="adj" fmla="val 3585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4B4F040-FAA4-CBA4-C03F-67330800E483}"/>
              </a:ext>
            </a:extLst>
          </p:cNvPr>
          <p:cNvSpPr/>
          <p:nvPr/>
        </p:nvSpPr>
        <p:spPr>
          <a:xfrm>
            <a:off x="4311650" y="2374900"/>
            <a:ext cx="3568700" cy="3619500"/>
          </a:xfrm>
          <a:prstGeom prst="roundRect">
            <a:avLst>
              <a:gd name="adj" fmla="val 3585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3282E3A-FC17-B9FF-87A4-5434FC27D761}"/>
              </a:ext>
            </a:extLst>
          </p:cNvPr>
          <p:cNvSpPr/>
          <p:nvPr/>
        </p:nvSpPr>
        <p:spPr>
          <a:xfrm>
            <a:off x="8232297" y="2374900"/>
            <a:ext cx="3568700" cy="3619500"/>
          </a:xfrm>
          <a:prstGeom prst="roundRect">
            <a:avLst>
              <a:gd name="adj" fmla="val 3585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2E4F352-DEC2-5D62-627F-FCEDE88978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3381" y="2779935"/>
            <a:ext cx="2949339" cy="2566766"/>
          </a:xfrm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Title here</a:t>
            </a: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cursus.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Nullam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pharetra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mauris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tortor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In hac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habitasse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platea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dictumst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9F8FFA6-07EE-FB23-ECDF-907422B2BA2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627681" y="2779935"/>
            <a:ext cx="2949339" cy="2566766"/>
          </a:xfrm>
        </p:spPr>
        <p:txBody>
          <a:bodyPr>
            <a:noAutofit/>
          </a:bodyPr>
          <a:lstStyle/>
          <a:p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Title here</a:t>
            </a:r>
          </a:p>
          <a:p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cursus.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Nullam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pharetra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mauris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tortor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In hac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habitasse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platea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dictumst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endParaRPr lang="en-US" sz="1800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FA7F576-9166-371F-C253-9344F3BA9E13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541954" y="2779935"/>
            <a:ext cx="2949339" cy="2566766"/>
          </a:xfrm>
        </p:spPr>
        <p:txBody>
          <a:bodyPr>
            <a:noAutofit/>
          </a:bodyPr>
          <a:lstStyle/>
          <a:p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Title here</a:t>
            </a:r>
          </a:p>
          <a:p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cursus.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Nullam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pharetra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mauris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tortor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In hac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habitasse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platea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dictumst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107579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1C01230-0AB7-5FBA-6CB0-F4C1122A58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3568700" cy="1981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Title goes here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cursus.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346F6B8-73F6-AB72-2971-C8B37B27DC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20</a:t>
            </a:fld>
            <a:endParaRPr lang="en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6C44BD0-2306-5DD3-6221-887B2EAEA0CB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318000" y="2032000"/>
            <a:ext cx="3568700" cy="1981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Title goes here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cursus. 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E8FF54C-F86E-60F9-B524-2931B90F4D94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232273" y="2032000"/>
            <a:ext cx="3568700" cy="1981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Title goes here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cursus.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C736807-305D-4EC1-A98F-2A17C3813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Three column layout</a:t>
            </a:r>
            <a:endParaRPr lang="en-US" dirty="0"/>
          </a:p>
        </p:txBody>
      </p:sp>
      <p:sp>
        <p:nvSpPr>
          <p:cNvPr id="13" name="Content Placeholder 9">
            <a:extLst>
              <a:ext uri="{FF2B5EF4-FFF2-40B4-BE49-F238E27FC236}">
                <a16:creationId xmlns:a16="http://schemas.microsoft.com/office/drawing/2014/main" id="{19211427-9600-D234-704D-53BE123AB716}"/>
              </a:ext>
            </a:extLst>
          </p:cNvPr>
          <p:cNvSpPr txBox="1">
            <a:spLocks/>
          </p:cNvSpPr>
          <p:nvPr/>
        </p:nvSpPr>
        <p:spPr>
          <a:xfrm>
            <a:off x="393700" y="4133787"/>
            <a:ext cx="3568700" cy="186061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20040" marR="0" lvl="0" indent="-22606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Font typeface="OpenAI Sans"/>
              <a:buChar char="→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Detail goes here</a:t>
            </a:r>
          </a:p>
          <a:p>
            <a:pPr marL="320040" marR="0" lvl="0" indent="-22606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prstClr val="black"/>
              </a:buClr>
              <a:buSzPts val="1400"/>
              <a:buFont typeface="OpenAI Sans"/>
              <a:buChar char="→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Detail goes here</a:t>
            </a:r>
          </a:p>
          <a:p>
            <a:pPr marL="320040" marR="0" lvl="0" indent="-22606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prstClr val="black"/>
              </a:buClr>
              <a:buSzPts val="1400"/>
              <a:buFont typeface="OpenAI Sans"/>
              <a:buChar char="→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Detail goes here</a:t>
            </a:r>
          </a:p>
          <a:p>
            <a:pPr marL="320040" marR="0" lvl="0" indent="-22606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1000"/>
              </a:spcAft>
              <a:buClr>
                <a:prstClr val="black"/>
              </a:buClr>
              <a:buSzPts val="1400"/>
              <a:buFont typeface="OpenAI Sans"/>
              <a:buChar char="→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Detail goes here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20" name="Content Placeholder 9">
            <a:extLst>
              <a:ext uri="{FF2B5EF4-FFF2-40B4-BE49-F238E27FC236}">
                <a16:creationId xmlns:a16="http://schemas.microsoft.com/office/drawing/2014/main" id="{AC9183D9-7CC4-79A2-884C-5E7D4E0CCD2B}"/>
              </a:ext>
            </a:extLst>
          </p:cNvPr>
          <p:cNvSpPr txBox="1">
            <a:spLocks/>
          </p:cNvSpPr>
          <p:nvPr/>
        </p:nvSpPr>
        <p:spPr>
          <a:xfrm>
            <a:off x="4307778" y="4133787"/>
            <a:ext cx="3568700" cy="186061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20040" marR="0" lvl="0" indent="-22606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Font typeface="OpenAI Sans"/>
              <a:buChar char="→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Detail goes here</a:t>
            </a:r>
          </a:p>
          <a:p>
            <a:pPr marL="320040" marR="0" lvl="0" indent="-22606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prstClr val="black"/>
              </a:buClr>
              <a:buSzPts val="1400"/>
              <a:buFont typeface="OpenAI Sans"/>
              <a:buChar char="→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Detail goes here</a:t>
            </a:r>
          </a:p>
          <a:p>
            <a:pPr marL="320040" marR="0" lvl="0" indent="-22606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prstClr val="black"/>
              </a:buClr>
              <a:buSzPts val="1400"/>
              <a:buFont typeface="OpenAI Sans"/>
              <a:buChar char="→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Detail goes here</a:t>
            </a:r>
          </a:p>
          <a:p>
            <a:pPr marL="320040" marR="0" lvl="0" indent="-22606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1000"/>
              </a:spcAft>
              <a:buClr>
                <a:prstClr val="black"/>
              </a:buClr>
              <a:buSzPts val="1400"/>
              <a:buFont typeface="OpenAI Sans"/>
              <a:buChar char="→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Detail goes here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21" name="Content Placeholder 9">
            <a:extLst>
              <a:ext uri="{FF2B5EF4-FFF2-40B4-BE49-F238E27FC236}">
                <a16:creationId xmlns:a16="http://schemas.microsoft.com/office/drawing/2014/main" id="{8026D696-5B0D-B1A2-BDA5-A14DA58894A3}"/>
              </a:ext>
            </a:extLst>
          </p:cNvPr>
          <p:cNvSpPr txBox="1">
            <a:spLocks/>
          </p:cNvSpPr>
          <p:nvPr/>
        </p:nvSpPr>
        <p:spPr>
          <a:xfrm>
            <a:off x="8233007" y="4133787"/>
            <a:ext cx="3568700" cy="186061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20040" marR="0" lvl="0" indent="-22606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Font typeface="OpenAI Sans"/>
              <a:buChar char="→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Detail goes here</a:t>
            </a:r>
          </a:p>
          <a:p>
            <a:pPr marL="320040" marR="0" lvl="0" indent="-22606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prstClr val="black"/>
              </a:buClr>
              <a:buSzPts val="1400"/>
              <a:buFont typeface="OpenAI Sans"/>
              <a:buChar char="→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Detail goes here</a:t>
            </a:r>
          </a:p>
          <a:p>
            <a:pPr marL="320040" marR="0" lvl="0" indent="-22606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prstClr val="black"/>
              </a:buClr>
              <a:buSzPts val="1400"/>
              <a:buFont typeface="OpenAI Sans"/>
              <a:buChar char="→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Detail goes here</a:t>
            </a:r>
          </a:p>
          <a:p>
            <a:pPr marL="320040" marR="0" lvl="0" indent="-22606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1000"/>
              </a:spcAft>
              <a:buClr>
                <a:prstClr val="black"/>
              </a:buClr>
              <a:buSzPts val="1400"/>
              <a:buFont typeface="OpenAI Sans"/>
              <a:buChar char="→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Detail goes here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42311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62A2C-9B8C-63B9-03AE-69E951A8A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3A1C5C1-82D9-B99C-E103-C2AFD6672453}"/>
              </a:ext>
            </a:extLst>
          </p:cNvPr>
          <p:cNvSpPr/>
          <p:nvPr/>
        </p:nvSpPr>
        <p:spPr>
          <a:xfrm>
            <a:off x="393700" y="2374900"/>
            <a:ext cx="3568700" cy="3619500"/>
          </a:xfrm>
          <a:prstGeom prst="roundRect">
            <a:avLst>
              <a:gd name="adj" fmla="val 3585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41925A4-50C3-437F-A6B5-E4058446AE89}"/>
              </a:ext>
            </a:extLst>
          </p:cNvPr>
          <p:cNvSpPr/>
          <p:nvPr/>
        </p:nvSpPr>
        <p:spPr>
          <a:xfrm>
            <a:off x="4311650" y="2374900"/>
            <a:ext cx="3568700" cy="3619500"/>
          </a:xfrm>
          <a:prstGeom prst="roundRect">
            <a:avLst>
              <a:gd name="adj" fmla="val 3585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00BBE53-5F2F-7CC8-0538-CFB4A204357F}"/>
              </a:ext>
            </a:extLst>
          </p:cNvPr>
          <p:cNvSpPr/>
          <p:nvPr/>
        </p:nvSpPr>
        <p:spPr>
          <a:xfrm>
            <a:off x="8232297" y="2374900"/>
            <a:ext cx="3568700" cy="3619500"/>
          </a:xfrm>
          <a:prstGeom prst="roundRect">
            <a:avLst>
              <a:gd name="adj" fmla="val 3585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8E121FC-0773-4D41-B407-A75A7E27DD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3381" y="2800841"/>
            <a:ext cx="2949339" cy="9906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84B6E6-EAE6-BB6F-9352-FADE91E661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21</a:t>
            </a:fld>
            <a:endParaRPr lang="en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9D4C67A-8BD6-C687-51C1-8B93C00A9C14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627681" y="2800841"/>
            <a:ext cx="2949339" cy="9906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7792D87E-883F-7EB3-D970-8BBDA3A4CEB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541954" y="2800841"/>
            <a:ext cx="2949339" cy="9906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616EA3E-3493-D910-145D-D2D69654D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Three column layout</a:t>
            </a:r>
            <a:endParaRPr lang="en-US" dirty="0"/>
          </a:p>
        </p:txBody>
      </p:sp>
      <p:sp>
        <p:nvSpPr>
          <p:cNvPr id="13" name="Content Placeholder 9">
            <a:extLst>
              <a:ext uri="{FF2B5EF4-FFF2-40B4-BE49-F238E27FC236}">
                <a16:creationId xmlns:a16="http://schemas.microsoft.com/office/drawing/2014/main" id="{529AC257-FA74-9B02-D6B1-395CA5EB2451}"/>
              </a:ext>
            </a:extLst>
          </p:cNvPr>
          <p:cNvSpPr txBox="1">
            <a:spLocks/>
          </p:cNvSpPr>
          <p:nvPr/>
        </p:nvSpPr>
        <p:spPr>
          <a:xfrm>
            <a:off x="702413" y="3678709"/>
            <a:ext cx="2940124" cy="1931661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tabLst/>
              <a:defRPr/>
            </a:pPr>
            <a:r>
              <a:rPr kumimoji="0" lang="en-US" sz="10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12%</a:t>
            </a:r>
            <a:endParaRPr lang="en-US" sz="10000" dirty="0"/>
          </a:p>
        </p:txBody>
      </p:sp>
      <p:sp>
        <p:nvSpPr>
          <p:cNvPr id="4" name="Content Placeholder 9">
            <a:extLst>
              <a:ext uri="{FF2B5EF4-FFF2-40B4-BE49-F238E27FC236}">
                <a16:creationId xmlns:a16="http://schemas.microsoft.com/office/drawing/2014/main" id="{F38336FA-8E2C-D51C-CB90-13A312B56A7B}"/>
              </a:ext>
            </a:extLst>
          </p:cNvPr>
          <p:cNvSpPr txBox="1">
            <a:spLocks/>
          </p:cNvSpPr>
          <p:nvPr/>
        </p:nvSpPr>
        <p:spPr>
          <a:xfrm>
            <a:off x="4612932" y="3678709"/>
            <a:ext cx="2940124" cy="1931661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tabLst/>
              <a:defRPr/>
            </a:pPr>
            <a:r>
              <a:rPr kumimoji="0" lang="en-US" sz="10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34%</a:t>
            </a:r>
            <a:endParaRPr lang="en-US" sz="10000" dirty="0"/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92C7FEC6-8AD3-C75F-0FD0-2C5E2C8FB962}"/>
              </a:ext>
            </a:extLst>
          </p:cNvPr>
          <p:cNvSpPr txBox="1">
            <a:spLocks/>
          </p:cNvSpPr>
          <p:nvPr/>
        </p:nvSpPr>
        <p:spPr>
          <a:xfrm>
            <a:off x="8562362" y="3678709"/>
            <a:ext cx="2940124" cy="1931661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tabLst/>
              <a:defRPr/>
            </a:pPr>
            <a:r>
              <a:rPr kumimoji="0" lang="en-US" sz="10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56%</a:t>
            </a:r>
            <a:endParaRPr lang="en-US" sz="10000" dirty="0"/>
          </a:p>
        </p:txBody>
      </p:sp>
    </p:spTree>
    <p:extLst>
      <p:ext uri="{BB962C8B-B14F-4D97-AF65-F5344CB8AC3E}">
        <p14:creationId xmlns:p14="http://schemas.microsoft.com/office/powerpoint/2010/main" val="14599129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8C3FD-A185-194F-E4BF-260194747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8745C74-45EB-AE28-C330-5C7EA227B3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22</a:t>
            </a:fld>
            <a:endParaRPr lang="e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03F6A93-D8A5-5E1B-B897-7FC43395C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9"/>
            <a:ext cx="7484432" cy="687058"/>
          </a:xfrm>
        </p:spPr>
        <p:txBody>
          <a:bodyPr/>
          <a:lstStyle/>
          <a:p>
            <a:r>
              <a:rPr lang="en-US" dirty="0"/>
              <a:t>Facts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B8E9A03-4B2C-B18E-82B3-81A4A01C1BFE}"/>
              </a:ext>
            </a:extLst>
          </p:cNvPr>
          <p:cNvSpPr/>
          <p:nvPr/>
        </p:nvSpPr>
        <p:spPr>
          <a:xfrm>
            <a:off x="393700" y="4356100"/>
            <a:ext cx="2334563" cy="1882398"/>
          </a:xfrm>
          <a:prstGeom prst="roundRect">
            <a:avLst>
              <a:gd name="adj" fmla="val 3585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BB9C5A0A-A5A1-9670-2D34-4ADE3A987520}"/>
              </a:ext>
            </a:extLst>
          </p:cNvPr>
          <p:cNvSpPr/>
          <p:nvPr/>
        </p:nvSpPr>
        <p:spPr>
          <a:xfrm>
            <a:off x="2968634" y="4356100"/>
            <a:ext cx="2334563" cy="1882398"/>
          </a:xfrm>
          <a:prstGeom prst="roundRect">
            <a:avLst>
              <a:gd name="adj" fmla="val 3585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F8B1C048-B419-3AD6-93D8-57A7BA14EF24}"/>
              </a:ext>
            </a:extLst>
          </p:cNvPr>
          <p:cNvSpPr/>
          <p:nvPr/>
        </p:nvSpPr>
        <p:spPr>
          <a:xfrm>
            <a:off x="5543569" y="4356100"/>
            <a:ext cx="2334563" cy="1882398"/>
          </a:xfrm>
          <a:prstGeom prst="roundRect">
            <a:avLst>
              <a:gd name="adj" fmla="val 3585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95A1BACE-9FEC-6113-E43D-CADED94947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z="1100" dirty="0"/>
              <a:t>*Updated as of May 10, 2026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B3C3191E-B483-A5B1-1BFC-8359BB565493}"/>
              </a:ext>
            </a:extLst>
          </p:cNvPr>
          <p:cNvSpPr txBox="1">
            <a:spLocks/>
          </p:cNvSpPr>
          <p:nvPr/>
        </p:nvSpPr>
        <p:spPr>
          <a:xfrm>
            <a:off x="8232273" y="2374900"/>
            <a:ext cx="3568700" cy="3863597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800" dirty="0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penAI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cursus.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Nullam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pharetra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mauris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tortor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In hac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habitasse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platea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cursus.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Nullam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pharetra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mauris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tortor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In hac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habitasse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platea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Lorem ipsum dolor sit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amet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,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consectetur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adipiscing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elit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Pellentesque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ultricies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quam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ut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massa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luctus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cursus.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Nullam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pharetra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mauris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tortor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In hac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habitasse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platea</a:t>
            </a: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. </a:t>
            </a:r>
          </a:p>
        </p:txBody>
      </p:sp>
      <p:sp>
        <p:nvSpPr>
          <p:cNvPr id="30" name="Content Placeholder 9">
            <a:extLst>
              <a:ext uri="{FF2B5EF4-FFF2-40B4-BE49-F238E27FC236}">
                <a16:creationId xmlns:a16="http://schemas.microsoft.com/office/drawing/2014/main" id="{A2629DBE-08D2-7E4E-7363-739E24C59768}"/>
              </a:ext>
            </a:extLst>
          </p:cNvPr>
          <p:cNvSpPr txBox="1">
            <a:spLocks/>
          </p:cNvSpPr>
          <p:nvPr/>
        </p:nvSpPr>
        <p:spPr>
          <a:xfrm>
            <a:off x="565150" y="4563078"/>
            <a:ext cx="1612900" cy="90375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tabLst/>
              <a:defRPr/>
            </a:pPr>
            <a:r>
              <a:rPr kumimoji="0" lang="en-US" sz="50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12%</a:t>
            </a:r>
            <a:endParaRPr lang="en-US" sz="5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1" name="Content Placeholder 9">
            <a:extLst>
              <a:ext uri="{FF2B5EF4-FFF2-40B4-BE49-F238E27FC236}">
                <a16:creationId xmlns:a16="http://schemas.microsoft.com/office/drawing/2014/main" id="{2D533C57-9277-DA71-420A-852FB372D17F}"/>
              </a:ext>
            </a:extLst>
          </p:cNvPr>
          <p:cNvSpPr txBox="1">
            <a:spLocks/>
          </p:cNvSpPr>
          <p:nvPr/>
        </p:nvSpPr>
        <p:spPr>
          <a:xfrm>
            <a:off x="656590" y="5466828"/>
            <a:ext cx="1612900" cy="392952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tabLst/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Registered users</a:t>
            </a:r>
            <a:endParaRPr lang="en-US" sz="1600" dirty="0">
              <a:solidFill>
                <a:prstClr val="black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2" name="Content Placeholder 9">
            <a:extLst>
              <a:ext uri="{FF2B5EF4-FFF2-40B4-BE49-F238E27FC236}">
                <a16:creationId xmlns:a16="http://schemas.microsoft.com/office/drawing/2014/main" id="{C960D833-F6EA-C5E9-6DE4-D21876FC340D}"/>
              </a:ext>
            </a:extLst>
          </p:cNvPr>
          <p:cNvSpPr txBox="1">
            <a:spLocks/>
          </p:cNvSpPr>
          <p:nvPr/>
        </p:nvSpPr>
        <p:spPr>
          <a:xfrm>
            <a:off x="3172795" y="4563078"/>
            <a:ext cx="1612900" cy="90375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tabLst/>
              <a:defRPr/>
            </a:pPr>
            <a:r>
              <a:rPr kumimoji="0" lang="en-US" sz="50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12%</a:t>
            </a:r>
            <a:endParaRPr lang="en-US" sz="5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3" name="Content Placeholder 9">
            <a:extLst>
              <a:ext uri="{FF2B5EF4-FFF2-40B4-BE49-F238E27FC236}">
                <a16:creationId xmlns:a16="http://schemas.microsoft.com/office/drawing/2014/main" id="{BF33EEB6-55CD-E6FE-95D2-55A288BCF125}"/>
              </a:ext>
            </a:extLst>
          </p:cNvPr>
          <p:cNvSpPr txBox="1">
            <a:spLocks/>
          </p:cNvSpPr>
          <p:nvPr/>
        </p:nvSpPr>
        <p:spPr>
          <a:xfrm>
            <a:off x="3264235" y="5466828"/>
            <a:ext cx="1612900" cy="392952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tabLst/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Registered users</a:t>
            </a:r>
            <a:endParaRPr lang="en-US" sz="1600" dirty="0">
              <a:solidFill>
                <a:prstClr val="black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5" name="Content Placeholder 9">
            <a:extLst>
              <a:ext uri="{FF2B5EF4-FFF2-40B4-BE49-F238E27FC236}">
                <a16:creationId xmlns:a16="http://schemas.microsoft.com/office/drawing/2014/main" id="{6ABC2165-3103-0F8C-58B6-34BB68635572}"/>
              </a:ext>
            </a:extLst>
          </p:cNvPr>
          <p:cNvSpPr txBox="1">
            <a:spLocks/>
          </p:cNvSpPr>
          <p:nvPr/>
        </p:nvSpPr>
        <p:spPr>
          <a:xfrm>
            <a:off x="5771616" y="4563078"/>
            <a:ext cx="1612900" cy="90375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tabLst/>
              <a:defRPr/>
            </a:pPr>
            <a:r>
              <a:rPr kumimoji="0" lang="en-US" sz="50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12%</a:t>
            </a:r>
            <a:endParaRPr lang="en-US" sz="5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6" name="Content Placeholder 9">
            <a:extLst>
              <a:ext uri="{FF2B5EF4-FFF2-40B4-BE49-F238E27FC236}">
                <a16:creationId xmlns:a16="http://schemas.microsoft.com/office/drawing/2014/main" id="{C48CB7DC-F282-1D69-FD55-0B1565AB0418}"/>
              </a:ext>
            </a:extLst>
          </p:cNvPr>
          <p:cNvSpPr txBox="1">
            <a:spLocks/>
          </p:cNvSpPr>
          <p:nvPr/>
        </p:nvSpPr>
        <p:spPr>
          <a:xfrm>
            <a:off x="5863056" y="5466828"/>
            <a:ext cx="1612900" cy="392952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tabLst/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Registered users</a:t>
            </a:r>
            <a:endParaRPr lang="en-US" sz="1600" dirty="0">
              <a:solidFill>
                <a:prstClr val="black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D5FE77B-90E1-5236-3990-7079CE78B791}"/>
              </a:ext>
            </a:extLst>
          </p:cNvPr>
          <p:cNvSpPr/>
          <p:nvPr/>
        </p:nvSpPr>
        <p:spPr>
          <a:xfrm>
            <a:off x="393700" y="2241550"/>
            <a:ext cx="2334563" cy="1882398"/>
          </a:xfrm>
          <a:prstGeom prst="roundRect">
            <a:avLst>
              <a:gd name="adj" fmla="val 3585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0C351F7-AC2A-1B40-78B5-13B90FA91BEA}"/>
              </a:ext>
            </a:extLst>
          </p:cNvPr>
          <p:cNvSpPr/>
          <p:nvPr/>
        </p:nvSpPr>
        <p:spPr>
          <a:xfrm>
            <a:off x="2968634" y="2241550"/>
            <a:ext cx="2334563" cy="1882398"/>
          </a:xfrm>
          <a:prstGeom prst="roundRect">
            <a:avLst>
              <a:gd name="adj" fmla="val 3585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1CEE641-9418-21DE-A949-29DF25A0EFFD}"/>
              </a:ext>
            </a:extLst>
          </p:cNvPr>
          <p:cNvSpPr/>
          <p:nvPr/>
        </p:nvSpPr>
        <p:spPr>
          <a:xfrm>
            <a:off x="5543569" y="2241550"/>
            <a:ext cx="2334563" cy="1882398"/>
          </a:xfrm>
          <a:prstGeom prst="roundRect">
            <a:avLst>
              <a:gd name="adj" fmla="val 3585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C27408C0-0932-3E46-A6F1-86E2F1C7E1EB}"/>
              </a:ext>
            </a:extLst>
          </p:cNvPr>
          <p:cNvSpPr txBox="1">
            <a:spLocks/>
          </p:cNvSpPr>
          <p:nvPr/>
        </p:nvSpPr>
        <p:spPr>
          <a:xfrm>
            <a:off x="565150" y="2448528"/>
            <a:ext cx="1612900" cy="90375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tabLst/>
              <a:defRPr/>
            </a:pPr>
            <a:r>
              <a:rPr kumimoji="0" lang="en-US" sz="50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12%</a:t>
            </a:r>
            <a:endParaRPr lang="en-US" sz="5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56E44BE8-FC97-2F06-AD91-3DEB9C1337DC}"/>
              </a:ext>
            </a:extLst>
          </p:cNvPr>
          <p:cNvSpPr txBox="1">
            <a:spLocks/>
          </p:cNvSpPr>
          <p:nvPr/>
        </p:nvSpPr>
        <p:spPr>
          <a:xfrm>
            <a:off x="656590" y="3352278"/>
            <a:ext cx="1612900" cy="392952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tabLst/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Registered users</a:t>
            </a:r>
            <a:endParaRPr lang="en-US" sz="1600" dirty="0">
              <a:solidFill>
                <a:prstClr val="black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F499E89-5132-2D79-D060-7F883BF46606}"/>
              </a:ext>
            </a:extLst>
          </p:cNvPr>
          <p:cNvSpPr txBox="1">
            <a:spLocks/>
          </p:cNvSpPr>
          <p:nvPr/>
        </p:nvSpPr>
        <p:spPr>
          <a:xfrm>
            <a:off x="3172795" y="2448528"/>
            <a:ext cx="1612900" cy="90375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tabLst/>
              <a:defRPr/>
            </a:pPr>
            <a:r>
              <a:rPr kumimoji="0" lang="en-US" sz="50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12%</a:t>
            </a:r>
            <a:endParaRPr lang="en-US" sz="5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5C3FD83C-7E51-3532-0CC5-3111AC378682}"/>
              </a:ext>
            </a:extLst>
          </p:cNvPr>
          <p:cNvSpPr txBox="1">
            <a:spLocks/>
          </p:cNvSpPr>
          <p:nvPr/>
        </p:nvSpPr>
        <p:spPr>
          <a:xfrm>
            <a:off x="3264235" y="3352278"/>
            <a:ext cx="1612900" cy="392952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tabLst/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Registered users</a:t>
            </a:r>
            <a:endParaRPr lang="en-US" sz="1600" dirty="0">
              <a:solidFill>
                <a:prstClr val="black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69C6FF59-91B0-A266-F811-6C509F30CF4B}"/>
              </a:ext>
            </a:extLst>
          </p:cNvPr>
          <p:cNvSpPr txBox="1">
            <a:spLocks/>
          </p:cNvSpPr>
          <p:nvPr/>
        </p:nvSpPr>
        <p:spPr>
          <a:xfrm>
            <a:off x="5771616" y="2448528"/>
            <a:ext cx="1612900" cy="90375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tabLst/>
              <a:defRPr/>
            </a:pPr>
            <a:r>
              <a:rPr kumimoji="0" lang="en-US" sz="50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12%</a:t>
            </a:r>
            <a:endParaRPr lang="en-US" sz="5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3" name="Content Placeholder 9">
            <a:extLst>
              <a:ext uri="{FF2B5EF4-FFF2-40B4-BE49-F238E27FC236}">
                <a16:creationId xmlns:a16="http://schemas.microsoft.com/office/drawing/2014/main" id="{CB933D0C-0148-034A-E964-ED7F56E5FB68}"/>
              </a:ext>
            </a:extLst>
          </p:cNvPr>
          <p:cNvSpPr txBox="1">
            <a:spLocks/>
          </p:cNvSpPr>
          <p:nvPr/>
        </p:nvSpPr>
        <p:spPr>
          <a:xfrm>
            <a:off x="5863056" y="3352278"/>
            <a:ext cx="1612900" cy="392952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tabLst/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Registered users</a:t>
            </a:r>
            <a:endParaRPr lang="en-US" sz="1600" dirty="0">
              <a:solidFill>
                <a:prstClr val="black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50199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61"/>
          <p:cNvSpPr txBox="1">
            <a:spLocks noGrp="1"/>
          </p:cNvSpPr>
          <p:nvPr>
            <p:ph idx="1"/>
          </p:nvPr>
        </p:nvSpPr>
        <p:spPr>
          <a:xfrm>
            <a:off x="393700" y="4013200"/>
            <a:ext cx="3568700" cy="1981200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marL="0" indent="0">
              <a:spcAft>
                <a:spcPts val="1300"/>
              </a:spcAft>
              <a:buNone/>
            </a:pPr>
            <a:r>
              <a:rPr lang="en" sz="1900" dirty="0">
                <a:sym typeface="OpenAI Sans"/>
              </a:rPr>
              <a:t>Lorem ipsum dolor sit </a:t>
            </a:r>
            <a:r>
              <a:rPr lang="en" sz="1900" dirty="0" err="1">
                <a:sym typeface="OpenAI Sans"/>
              </a:rPr>
              <a:t>amet</a:t>
            </a:r>
            <a:r>
              <a:rPr lang="en" sz="1900" dirty="0">
                <a:sym typeface="OpenAI Sans"/>
              </a:rPr>
              <a:t>, </a:t>
            </a:r>
            <a:r>
              <a:rPr lang="en" sz="1900" dirty="0" err="1">
                <a:sym typeface="OpenAI Sans"/>
              </a:rPr>
              <a:t>consectetur</a:t>
            </a:r>
            <a:r>
              <a:rPr lang="en" sz="1900" dirty="0">
                <a:sym typeface="OpenAI Sans"/>
              </a:rPr>
              <a:t> </a:t>
            </a:r>
            <a:r>
              <a:rPr lang="en" sz="1900" dirty="0" err="1">
                <a:sym typeface="OpenAI Sans"/>
              </a:rPr>
              <a:t>adipiscing</a:t>
            </a:r>
            <a:r>
              <a:rPr lang="en" sz="1900" dirty="0">
                <a:sym typeface="OpenAI Sans"/>
              </a:rPr>
              <a:t> </a:t>
            </a:r>
            <a:r>
              <a:rPr lang="en" sz="1900" dirty="0" err="1">
                <a:sym typeface="OpenAI Sans"/>
              </a:rPr>
              <a:t>elit</a:t>
            </a:r>
            <a:r>
              <a:rPr lang="en" sz="1900" dirty="0">
                <a:sym typeface="OpenAI Sans"/>
              </a:rPr>
              <a:t>. </a:t>
            </a:r>
            <a:r>
              <a:rPr lang="en" sz="1900" dirty="0" err="1">
                <a:sym typeface="OpenAI Sans"/>
              </a:rPr>
              <a:t>Pellentesque</a:t>
            </a:r>
            <a:r>
              <a:rPr lang="en" sz="1900" dirty="0">
                <a:sym typeface="OpenAI Sans"/>
              </a:rPr>
              <a:t> </a:t>
            </a:r>
            <a:r>
              <a:rPr lang="en" sz="1900" dirty="0" err="1">
                <a:sym typeface="OpenAI Sans"/>
              </a:rPr>
              <a:t>ultricies</a:t>
            </a:r>
            <a:r>
              <a:rPr lang="en" sz="1900" dirty="0">
                <a:sym typeface="OpenAI Sans"/>
              </a:rPr>
              <a:t> </a:t>
            </a:r>
            <a:r>
              <a:rPr lang="en" sz="1900" dirty="0" err="1">
                <a:sym typeface="OpenAI Sans"/>
              </a:rPr>
              <a:t>quam</a:t>
            </a:r>
            <a:r>
              <a:rPr lang="en" sz="1900" dirty="0">
                <a:sym typeface="OpenAI Sans"/>
              </a:rPr>
              <a:t> </a:t>
            </a:r>
            <a:r>
              <a:rPr lang="en" sz="1900" dirty="0" err="1">
                <a:sym typeface="OpenAI Sans"/>
              </a:rPr>
              <a:t>ut</a:t>
            </a:r>
            <a:r>
              <a:rPr lang="en" sz="1900" dirty="0">
                <a:sym typeface="OpenAI Sans"/>
              </a:rPr>
              <a:t> </a:t>
            </a:r>
            <a:r>
              <a:rPr lang="en" sz="1900" dirty="0" err="1">
                <a:sym typeface="OpenAI Sans"/>
              </a:rPr>
              <a:t>massa</a:t>
            </a:r>
            <a:r>
              <a:rPr lang="en" sz="1900" dirty="0">
                <a:sym typeface="OpenAI Sans"/>
              </a:rPr>
              <a:t> </a:t>
            </a:r>
            <a:r>
              <a:rPr lang="en" sz="1900" dirty="0" err="1">
                <a:sym typeface="OpenAI Sans"/>
              </a:rPr>
              <a:t>luctus</a:t>
            </a:r>
            <a:r>
              <a:rPr lang="en" sz="1900" dirty="0">
                <a:sym typeface="OpenAI Sans"/>
              </a:rPr>
              <a:t> cursus. </a:t>
            </a:r>
            <a:endParaRPr sz="1900" dirty="0">
              <a:sym typeface="OpenAI Sans"/>
            </a:endParaRPr>
          </a:p>
        </p:txBody>
      </p:sp>
      <p:sp>
        <p:nvSpPr>
          <p:cNvPr id="556" name="Google Shape;556;p61"/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/>
          <a:p>
            <a:fld id="{00000000-1234-1234-1234-123412341234}" type="slidenum">
              <a:rPr lang="en">
                <a:sym typeface="OpenAI Sans"/>
              </a:rPr>
              <a:pPr/>
              <a:t>23</a:t>
            </a:fld>
            <a:endParaRPr dirty="0">
              <a:sym typeface="OpenAI Sans"/>
            </a:endParaRPr>
          </a:p>
        </p:txBody>
      </p:sp>
      <p:sp>
        <p:nvSpPr>
          <p:cNvPr id="559" name="Google Shape;559;p61"/>
          <p:cNvSpPr txBox="1">
            <a:spLocks noGrp="1"/>
          </p:cNvSpPr>
          <p:nvPr>
            <p:ph idx="10"/>
          </p:nvPr>
        </p:nvSpPr>
        <p:spPr>
          <a:xfrm>
            <a:off x="4318000" y="4013200"/>
            <a:ext cx="3568700" cy="1981200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marL="0" indent="0">
              <a:spcAft>
                <a:spcPts val="1300"/>
              </a:spcAft>
              <a:buNone/>
            </a:pPr>
            <a:r>
              <a:rPr lang="en" sz="1900" dirty="0" err="1">
                <a:solidFill>
                  <a:schemeClr val="dk1"/>
                </a:solidFill>
                <a:sym typeface="OpenAI Sans"/>
              </a:rPr>
              <a:t>Nulla</a:t>
            </a:r>
            <a:r>
              <a:rPr lang="en" sz="1900" dirty="0">
                <a:solidFill>
                  <a:schemeClr val="dk1"/>
                </a:solidFill>
                <a:sym typeface="OpenAI Sans"/>
              </a:rPr>
              <a:t> </a:t>
            </a:r>
            <a:r>
              <a:rPr lang="en" sz="1900" dirty="0" err="1">
                <a:solidFill>
                  <a:schemeClr val="dk1"/>
                </a:solidFill>
                <a:sym typeface="OpenAI Sans"/>
              </a:rPr>
              <a:t>tempor</a:t>
            </a:r>
            <a:r>
              <a:rPr lang="en" sz="1900" dirty="0">
                <a:solidFill>
                  <a:schemeClr val="dk1"/>
                </a:solidFill>
                <a:sym typeface="OpenAI Sans"/>
              </a:rPr>
              <a:t> </a:t>
            </a:r>
            <a:r>
              <a:rPr lang="en" sz="1900" dirty="0" err="1">
                <a:solidFill>
                  <a:schemeClr val="dk1"/>
                </a:solidFill>
                <a:sym typeface="OpenAI Sans"/>
              </a:rPr>
              <a:t>ut</a:t>
            </a:r>
            <a:r>
              <a:rPr lang="en" sz="1900" dirty="0">
                <a:solidFill>
                  <a:schemeClr val="dk1"/>
                </a:solidFill>
                <a:sym typeface="OpenAI Sans"/>
              </a:rPr>
              <a:t> </a:t>
            </a:r>
            <a:r>
              <a:rPr lang="en" sz="1900" dirty="0" err="1">
                <a:solidFill>
                  <a:schemeClr val="dk1"/>
                </a:solidFill>
                <a:sym typeface="OpenAI Sans"/>
              </a:rPr>
              <a:t>massa</a:t>
            </a:r>
            <a:r>
              <a:rPr lang="en" sz="1900" dirty="0">
                <a:solidFill>
                  <a:schemeClr val="dk1"/>
                </a:solidFill>
                <a:sym typeface="OpenAI Sans"/>
              </a:rPr>
              <a:t> </a:t>
            </a:r>
            <a:r>
              <a:rPr lang="en" sz="1900" dirty="0" err="1">
                <a:solidFill>
                  <a:schemeClr val="dk1"/>
                </a:solidFill>
                <a:sym typeface="OpenAI Sans"/>
              </a:rPr>
              <a:t>elementum</a:t>
            </a:r>
            <a:r>
              <a:rPr lang="en" sz="1900" dirty="0">
                <a:solidFill>
                  <a:schemeClr val="dk1"/>
                </a:solidFill>
                <a:sym typeface="OpenAI Sans"/>
              </a:rPr>
              <a:t> </a:t>
            </a:r>
            <a:r>
              <a:rPr lang="en" sz="1900" dirty="0" err="1">
                <a:solidFill>
                  <a:schemeClr val="dk1"/>
                </a:solidFill>
                <a:sym typeface="OpenAI Sans"/>
              </a:rPr>
              <a:t>dapibus</a:t>
            </a:r>
            <a:r>
              <a:rPr lang="en" sz="1900" dirty="0">
                <a:solidFill>
                  <a:schemeClr val="dk1"/>
                </a:solidFill>
                <a:sym typeface="OpenAI Sans"/>
              </a:rPr>
              <a:t>. Nam non ante quis </a:t>
            </a:r>
            <a:r>
              <a:rPr lang="en" sz="1900" dirty="0" err="1">
                <a:solidFill>
                  <a:schemeClr val="dk1"/>
                </a:solidFill>
                <a:sym typeface="OpenAI Sans"/>
              </a:rPr>
              <a:t>enim</a:t>
            </a:r>
            <a:r>
              <a:rPr lang="en" sz="1900" dirty="0">
                <a:solidFill>
                  <a:schemeClr val="dk1"/>
                </a:solidFill>
                <a:sym typeface="OpenAI Sans"/>
              </a:rPr>
              <a:t> </a:t>
            </a:r>
            <a:r>
              <a:rPr lang="en" sz="1900" dirty="0" err="1">
                <a:solidFill>
                  <a:schemeClr val="dk1"/>
                </a:solidFill>
                <a:sym typeface="OpenAI Sans"/>
              </a:rPr>
              <a:t>fringilla</a:t>
            </a:r>
            <a:r>
              <a:rPr lang="en" sz="1900" dirty="0">
                <a:solidFill>
                  <a:schemeClr val="dk1"/>
                </a:solidFill>
                <a:sym typeface="OpenAI Sans"/>
              </a:rPr>
              <a:t> tempus nec in </a:t>
            </a:r>
            <a:r>
              <a:rPr lang="en" sz="1900" dirty="0" err="1">
                <a:solidFill>
                  <a:schemeClr val="dk1"/>
                </a:solidFill>
                <a:sym typeface="OpenAI Sans"/>
              </a:rPr>
              <a:t>lectus</a:t>
            </a:r>
            <a:r>
              <a:rPr lang="en" sz="1900" dirty="0">
                <a:solidFill>
                  <a:schemeClr val="dk1"/>
                </a:solidFill>
                <a:sym typeface="OpenAI Sans"/>
              </a:rPr>
              <a:t>.</a:t>
            </a:r>
            <a:endParaRPr sz="1900" dirty="0">
              <a:solidFill>
                <a:schemeClr val="dk1"/>
              </a:solidFill>
              <a:sym typeface="OpenAI Sans"/>
            </a:endParaRPr>
          </a:p>
        </p:txBody>
      </p:sp>
      <p:sp>
        <p:nvSpPr>
          <p:cNvPr id="560" name="Google Shape;560;p61"/>
          <p:cNvSpPr txBox="1">
            <a:spLocks noGrp="1"/>
          </p:cNvSpPr>
          <p:nvPr>
            <p:ph idx="11"/>
          </p:nvPr>
        </p:nvSpPr>
        <p:spPr>
          <a:xfrm>
            <a:off x="8232273" y="4013200"/>
            <a:ext cx="3568700" cy="1981200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marL="0" indent="0">
              <a:spcAft>
                <a:spcPts val="1300"/>
              </a:spcAft>
              <a:buNone/>
            </a:pPr>
            <a:r>
              <a:rPr lang="en" sz="1900" dirty="0" err="1">
                <a:solidFill>
                  <a:schemeClr val="dk1"/>
                </a:solidFill>
                <a:sym typeface="OpenAI Sans"/>
              </a:rPr>
              <a:t>Nullam</a:t>
            </a:r>
            <a:r>
              <a:rPr lang="en" sz="1900" dirty="0">
                <a:solidFill>
                  <a:schemeClr val="dk1"/>
                </a:solidFill>
                <a:sym typeface="OpenAI Sans"/>
              </a:rPr>
              <a:t> pharetra </a:t>
            </a:r>
            <a:r>
              <a:rPr lang="en" sz="1900" dirty="0" err="1">
                <a:solidFill>
                  <a:schemeClr val="dk1"/>
                </a:solidFill>
                <a:sym typeface="OpenAI Sans"/>
              </a:rPr>
              <a:t>mauris</a:t>
            </a:r>
            <a:r>
              <a:rPr lang="en" sz="1900" dirty="0">
                <a:solidFill>
                  <a:schemeClr val="dk1"/>
                </a:solidFill>
                <a:sym typeface="OpenAI Sans"/>
              </a:rPr>
              <a:t> </a:t>
            </a:r>
            <a:r>
              <a:rPr lang="en" sz="1900" dirty="0" err="1">
                <a:solidFill>
                  <a:schemeClr val="dk1"/>
                </a:solidFill>
                <a:sym typeface="OpenAI Sans"/>
              </a:rPr>
              <a:t>tortor</a:t>
            </a:r>
            <a:r>
              <a:rPr lang="en" sz="1900" dirty="0">
                <a:solidFill>
                  <a:schemeClr val="dk1"/>
                </a:solidFill>
                <a:sym typeface="OpenAI Sans"/>
              </a:rPr>
              <a:t>. </a:t>
            </a:r>
            <a:br>
              <a:rPr lang="en" sz="1900" dirty="0">
                <a:solidFill>
                  <a:schemeClr val="dk1"/>
                </a:solidFill>
                <a:sym typeface="OpenAI Sans"/>
              </a:rPr>
            </a:br>
            <a:r>
              <a:rPr lang="en" sz="1900" dirty="0">
                <a:solidFill>
                  <a:schemeClr val="dk1"/>
                </a:solidFill>
                <a:sym typeface="OpenAI Sans"/>
              </a:rPr>
              <a:t>In hac </a:t>
            </a:r>
            <a:r>
              <a:rPr lang="en" sz="1900" dirty="0" err="1">
                <a:solidFill>
                  <a:schemeClr val="dk1"/>
                </a:solidFill>
                <a:sym typeface="OpenAI Sans"/>
              </a:rPr>
              <a:t>habitasse</a:t>
            </a:r>
            <a:r>
              <a:rPr lang="en" sz="1900" dirty="0">
                <a:solidFill>
                  <a:schemeClr val="dk1"/>
                </a:solidFill>
                <a:sym typeface="OpenAI Sans"/>
              </a:rPr>
              <a:t> </a:t>
            </a:r>
            <a:r>
              <a:rPr lang="en" sz="1900" dirty="0" err="1">
                <a:solidFill>
                  <a:schemeClr val="dk1"/>
                </a:solidFill>
                <a:sym typeface="OpenAI Sans"/>
              </a:rPr>
              <a:t>platea</a:t>
            </a:r>
            <a:r>
              <a:rPr lang="en" sz="1900" dirty="0">
                <a:solidFill>
                  <a:schemeClr val="dk1"/>
                </a:solidFill>
                <a:sym typeface="OpenAI Sans"/>
              </a:rPr>
              <a:t> </a:t>
            </a:r>
            <a:r>
              <a:rPr lang="en" sz="1900" dirty="0" err="1">
                <a:solidFill>
                  <a:schemeClr val="dk1"/>
                </a:solidFill>
                <a:sym typeface="OpenAI Sans"/>
              </a:rPr>
              <a:t>dictumst</a:t>
            </a:r>
            <a:r>
              <a:rPr lang="en" sz="1900" dirty="0">
                <a:solidFill>
                  <a:schemeClr val="dk1"/>
                </a:solidFill>
                <a:sym typeface="OpenAI Sans"/>
              </a:rPr>
              <a:t>. Proin </a:t>
            </a:r>
            <a:r>
              <a:rPr lang="en" sz="1900" dirty="0" err="1">
                <a:solidFill>
                  <a:schemeClr val="dk1"/>
                </a:solidFill>
                <a:sym typeface="OpenAI Sans"/>
              </a:rPr>
              <a:t>mattis</a:t>
            </a:r>
            <a:r>
              <a:rPr lang="en" sz="1900" dirty="0">
                <a:solidFill>
                  <a:schemeClr val="dk1"/>
                </a:solidFill>
                <a:sym typeface="OpenAI Sans"/>
              </a:rPr>
              <a:t> </a:t>
            </a:r>
            <a:r>
              <a:rPr lang="en" sz="1900" dirty="0" err="1">
                <a:solidFill>
                  <a:schemeClr val="dk1"/>
                </a:solidFill>
                <a:sym typeface="OpenAI Sans"/>
              </a:rPr>
              <a:t>nibh</a:t>
            </a:r>
            <a:r>
              <a:rPr lang="en" sz="1900" dirty="0">
                <a:solidFill>
                  <a:schemeClr val="dk1"/>
                </a:solidFill>
                <a:sym typeface="OpenAI Sans"/>
              </a:rPr>
              <a:t> </a:t>
            </a:r>
            <a:r>
              <a:rPr lang="en" sz="1900" dirty="0" err="1">
                <a:solidFill>
                  <a:schemeClr val="dk1"/>
                </a:solidFill>
                <a:sym typeface="OpenAI Sans"/>
              </a:rPr>
              <a:t>risus</a:t>
            </a:r>
            <a:r>
              <a:rPr lang="en" sz="1900" dirty="0">
                <a:solidFill>
                  <a:schemeClr val="dk1"/>
                </a:solidFill>
                <a:sym typeface="OpenAI Sans"/>
              </a:rPr>
              <a:t>. In hac </a:t>
            </a:r>
            <a:r>
              <a:rPr lang="en" sz="1900" dirty="0" err="1">
                <a:solidFill>
                  <a:schemeClr val="dk1"/>
                </a:solidFill>
                <a:sym typeface="OpenAI Sans"/>
              </a:rPr>
              <a:t>habitasse</a:t>
            </a:r>
            <a:r>
              <a:rPr lang="en" sz="1900" dirty="0">
                <a:solidFill>
                  <a:schemeClr val="dk1"/>
                </a:solidFill>
                <a:sym typeface="OpenAI Sans"/>
              </a:rPr>
              <a:t> </a:t>
            </a:r>
            <a:r>
              <a:rPr lang="en" sz="1900" dirty="0" err="1">
                <a:solidFill>
                  <a:schemeClr val="dk1"/>
                </a:solidFill>
                <a:sym typeface="OpenAI Sans"/>
              </a:rPr>
              <a:t>platea</a:t>
            </a:r>
            <a:r>
              <a:rPr lang="en" sz="1900" dirty="0">
                <a:solidFill>
                  <a:schemeClr val="dk1"/>
                </a:solidFill>
                <a:sym typeface="OpenAI Sans"/>
              </a:rPr>
              <a:t> </a:t>
            </a:r>
            <a:r>
              <a:rPr lang="en" sz="1900" dirty="0" err="1">
                <a:solidFill>
                  <a:schemeClr val="dk1"/>
                </a:solidFill>
                <a:sym typeface="OpenAI Sans"/>
              </a:rPr>
              <a:t>dictumst</a:t>
            </a:r>
            <a:r>
              <a:rPr lang="en" sz="1900" dirty="0">
                <a:solidFill>
                  <a:schemeClr val="dk1"/>
                </a:solidFill>
                <a:sym typeface="OpenAI Sans"/>
              </a:rPr>
              <a:t>. </a:t>
            </a:r>
            <a:endParaRPr sz="1900" dirty="0">
              <a:solidFill>
                <a:schemeClr val="dk1"/>
              </a:solidFill>
              <a:sym typeface="OpenAI Sans"/>
            </a:endParaRPr>
          </a:p>
        </p:txBody>
      </p:sp>
      <p:sp>
        <p:nvSpPr>
          <p:cNvPr id="557" name="Google Shape;557;p6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" dirty="0"/>
              <a:t>Horizontal three column icon layout</a:t>
            </a:r>
            <a:endParaRPr dirty="0"/>
          </a:p>
        </p:txBody>
      </p:sp>
      <p:sp>
        <p:nvSpPr>
          <p:cNvPr id="561" name="Google Shape;561;p61"/>
          <p:cNvSpPr/>
          <p:nvPr/>
        </p:nvSpPr>
        <p:spPr>
          <a:xfrm>
            <a:off x="4279904" y="3433102"/>
            <a:ext cx="315580" cy="353873"/>
          </a:xfrm>
          <a:custGeom>
            <a:avLst/>
            <a:gdLst/>
            <a:ahLst/>
            <a:cxnLst/>
            <a:rect l="l" t="t" r="r" b="b"/>
            <a:pathLst>
              <a:path w="20236" h="20115" extrusionOk="0">
                <a:moveTo>
                  <a:pt x="11303" y="2594"/>
                </a:moveTo>
                <a:lnTo>
                  <a:pt x="2175" y="11983"/>
                </a:lnTo>
                <a:lnTo>
                  <a:pt x="9033" y="11983"/>
                </a:lnTo>
                <a:cubicBezTo>
                  <a:pt x="9364" y="11983"/>
                  <a:pt x="9678" y="12118"/>
                  <a:pt x="9883" y="12348"/>
                </a:cubicBezTo>
                <a:cubicBezTo>
                  <a:pt x="10089" y="12579"/>
                  <a:pt x="10165" y="12880"/>
                  <a:pt x="10089" y="13166"/>
                </a:cubicBezTo>
                <a:lnTo>
                  <a:pt x="8933" y="17522"/>
                </a:lnTo>
                <a:lnTo>
                  <a:pt x="18061" y="8133"/>
                </a:lnTo>
                <a:lnTo>
                  <a:pt x="11203" y="8133"/>
                </a:lnTo>
                <a:cubicBezTo>
                  <a:pt x="10872" y="8133"/>
                  <a:pt x="10558" y="7999"/>
                  <a:pt x="10353" y="7768"/>
                </a:cubicBezTo>
                <a:cubicBezTo>
                  <a:pt x="10147" y="7537"/>
                  <a:pt x="10071" y="7236"/>
                  <a:pt x="10147" y="6950"/>
                </a:cubicBezTo>
                <a:lnTo>
                  <a:pt x="11303" y="2594"/>
                </a:lnTo>
                <a:close/>
                <a:moveTo>
                  <a:pt x="10382" y="593"/>
                </a:moveTo>
                <a:cubicBezTo>
                  <a:pt x="11679" y="-742"/>
                  <a:pt x="14125" y="363"/>
                  <a:pt x="13670" y="2078"/>
                </a:cubicBezTo>
                <a:lnTo>
                  <a:pt x="12574" y="6208"/>
                </a:lnTo>
                <a:lnTo>
                  <a:pt x="18061" y="6208"/>
                </a:lnTo>
                <a:cubicBezTo>
                  <a:pt x="19918" y="6208"/>
                  <a:pt x="20918" y="8142"/>
                  <a:pt x="19705" y="9390"/>
                </a:cubicBezTo>
                <a:lnTo>
                  <a:pt x="9854" y="19523"/>
                </a:lnTo>
                <a:cubicBezTo>
                  <a:pt x="8557" y="20858"/>
                  <a:pt x="6111" y="19753"/>
                  <a:pt x="6566" y="18038"/>
                </a:cubicBezTo>
                <a:lnTo>
                  <a:pt x="7662" y="13908"/>
                </a:lnTo>
                <a:lnTo>
                  <a:pt x="2175" y="13908"/>
                </a:lnTo>
                <a:cubicBezTo>
                  <a:pt x="318" y="13908"/>
                  <a:pt x="-682" y="11974"/>
                  <a:pt x="531" y="10726"/>
                </a:cubicBezTo>
                <a:lnTo>
                  <a:pt x="10382" y="59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67725" tIns="67725" rIns="67725" bIns="67725" anchor="ctr" anchorCtr="0">
            <a:noAutofit/>
          </a:bodyPr>
          <a:lstStyle/>
          <a:p>
            <a:pPr algn="ctr">
              <a:buClr>
                <a:srgbClr val="FFFFFF"/>
              </a:buClr>
              <a:buSzPts val="4300"/>
            </a:pPr>
            <a:endParaRPr sz="4300" dirty="0">
              <a:solidFill>
                <a:srgbClr val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Arial"/>
            </a:endParaRPr>
          </a:p>
        </p:txBody>
      </p:sp>
      <p:sp>
        <p:nvSpPr>
          <p:cNvPr id="562" name="Google Shape;562;p61"/>
          <p:cNvSpPr/>
          <p:nvPr/>
        </p:nvSpPr>
        <p:spPr>
          <a:xfrm>
            <a:off x="333666" y="3429011"/>
            <a:ext cx="327078" cy="362074"/>
          </a:xfrm>
          <a:custGeom>
            <a:avLst/>
            <a:gdLst/>
            <a:ahLst/>
            <a:cxnLst/>
            <a:rect l="l" t="t" r="r" b="b"/>
            <a:pathLst>
              <a:path w="21600" h="21333" extrusionOk="0">
                <a:moveTo>
                  <a:pt x="11359" y="2130"/>
                </a:moveTo>
                <a:cubicBezTo>
                  <a:pt x="11014" y="1951"/>
                  <a:pt x="10588" y="1951"/>
                  <a:pt x="10241" y="2130"/>
                </a:cubicBezTo>
                <a:lnTo>
                  <a:pt x="3250" y="5732"/>
                </a:lnTo>
                <a:lnTo>
                  <a:pt x="10817" y="9530"/>
                </a:lnTo>
                <a:lnTo>
                  <a:pt x="18593" y="5856"/>
                </a:lnTo>
                <a:lnTo>
                  <a:pt x="11359" y="2130"/>
                </a:lnTo>
                <a:close/>
                <a:moveTo>
                  <a:pt x="19364" y="7749"/>
                </a:moveTo>
                <a:lnTo>
                  <a:pt x="11918" y="11267"/>
                </a:lnTo>
                <a:lnTo>
                  <a:pt x="11918" y="18916"/>
                </a:lnTo>
                <a:lnTo>
                  <a:pt x="18805" y="15367"/>
                </a:lnTo>
                <a:cubicBezTo>
                  <a:pt x="19152" y="15189"/>
                  <a:pt x="19364" y="14860"/>
                  <a:pt x="19364" y="14503"/>
                </a:cubicBezTo>
                <a:lnTo>
                  <a:pt x="19364" y="7749"/>
                </a:lnTo>
                <a:close/>
                <a:moveTo>
                  <a:pt x="9682" y="18916"/>
                </a:moveTo>
                <a:lnTo>
                  <a:pt x="9682" y="11250"/>
                </a:lnTo>
                <a:lnTo>
                  <a:pt x="2236" y="7513"/>
                </a:lnTo>
                <a:lnTo>
                  <a:pt x="2236" y="14503"/>
                </a:lnTo>
                <a:cubicBezTo>
                  <a:pt x="2236" y="14860"/>
                  <a:pt x="2448" y="15189"/>
                  <a:pt x="2795" y="15367"/>
                </a:cubicBezTo>
                <a:lnTo>
                  <a:pt x="9682" y="18916"/>
                </a:lnTo>
                <a:close/>
                <a:moveTo>
                  <a:pt x="9123" y="401"/>
                </a:moveTo>
                <a:cubicBezTo>
                  <a:pt x="10160" y="-133"/>
                  <a:pt x="11440" y="-133"/>
                  <a:pt x="12477" y="401"/>
                </a:cubicBezTo>
                <a:lnTo>
                  <a:pt x="19923" y="4238"/>
                </a:lnTo>
                <a:cubicBezTo>
                  <a:pt x="20962" y="4773"/>
                  <a:pt x="21600" y="5761"/>
                  <a:pt x="21600" y="6830"/>
                </a:cubicBezTo>
                <a:lnTo>
                  <a:pt x="21600" y="14503"/>
                </a:lnTo>
                <a:cubicBezTo>
                  <a:pt x="21600" y="15572"/>
                  <a:pt x="20962" y="16561"/>
                  <a:pt x="19923" y="17096"/>
                </a:cubicBezTo>
                <a:lnTo>
                  <a:pt x="12477" y="20932"/>
                </a:lnTo>
                <a:cubicBezTo>
                  <a:pt x="11440" y="21467"/>
                  <a:pt x="10160" y="21467"/>
                  <a:pt x="9123" y="20932"/>
                </a:cubicBezTo>
                <a:lnTo>
                  <a:pt x="1677" y="17096"/>
                </a:lnTo>
                <a:cubicBezTo>
                  <a:pt x="640" y="16561"/>
                  <a:pt x="0" y="15572"/>
                  <a:pt x="0" y="14503"/>
                </a:cubicBezTo>
                <a:lnTo>
                  <a:pt x="0" y="6830"/>
                </a:lnTo>
                <a:cubicBezTo>
                  <a:pt x="0" y="5761"/>
                  <a:pt x="640" y="4773"/>
                  <a:pt x="1677" y="4238"/>
                </a:cubicBezTo>
                <a:lnTo>
                  <a:pt x="9123" y="40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67725" tIns="67725" rIns="67725" bIns="67725" anchor="ctr" anchorCtr="0">
            <a:noAutofit/>
          </a:bodyPr>
          <a:lstStyle/>
          <a:p>
            <a:pPr algn="ctr">
              <a:buClr>
                <a:srgbClr val="FFFFFF"/>
              </a:buClr>
              <a:buSzPts val="4300"/>
            </a:pPr>
            <a:endParaRPr sz="4300" dirty="0">
              <a:solidFill>
                <a:srgbClr val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Arial"/>
            </a:endParaRPr>
          </a:p>
        </p:txBody>
      </p:sp>
      <p:sp>
        <p:nvSpPr>
          <p:cNvPr id="563" name="Google Shape;563;p61"/>
          <p:cNvSpPr/>
          <p:nvPr/>
        </p:nvSpPr>
        <p:spPr>
          <a:xfrm>
            <a:off x="8214664" y="3474581"/>
            <a:ext cx="338580" cy="27091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6220" y="0"/>
                </a:moveTo>
                <a:lnTo>
                  <a:pt x="15380" y="0"/>
                </a:lnTo>
                <a:cubicBezTo>
                  <a:pt x="16250" y="0"/>
                  <a:pt x="16968" y="0"/>
                  <a:pt x="17552" y="59"/>
                </a:cubicBezTo>
                <a:cubicBezTo>
                  <a:pt x="18159" y="122"/>
                  <a:pt x="18717" y="255"/>
                  <a:pt x="19241" y="589"/>
                </a:cubicBezTo>
                <a:cubicBezTo>
                  <a:pt x="20055" y="1106"/>
                  <a:pt x="20715" y="1932"/>
                  <a:pt x="21129" y="2948"/>
                </a:cubicBezTo>
                <a:cubicBezTo>
                  <a:pt x="21396" y="3603"/>
                  <a:pt x="21503" y="4301"/>
                  <a:pt x="21552" y="5060"/>
                </a:cubicBezTo>
                <a:cubicBezTo>
                  <a:pt x="21600" y="5790"/>
                  <a:pt x="21600" y="6688"/>
                  <a:pt x="21600" y="7775"/>
                </a:cubicBezTo>
                <a:lnTo>
                  <a:pt x="21600" y="13825"/>
                </a:lnTo>
                <a:cubicBezTo>
                  <a:pt x="21600" y="14912"/>
                  <a:pt x="21600" y="15810"/>
                  <a:pt x="21552" y="16540"/>
                </a:cubicBezTo>
                <a:cubicBezTo>
                  <a:pt x="21503" y="17299"/>
                  <a:pt x="21396" y="17997"/>
                  <a:pt x="21129" y="18652"/>
                </a:cubicBezTo>
                <a:cubicBezTo>
                  <a:pt x="20715" y="19668"/>
                  <a:pt x="20055" y="20494"/>
                  <a:pt x="19241" y="21011"/>
                </a:cubicBezTo>
                <a:cubicBezTo>
                  <a:pt x="18717" y="21345"/>
                  <a:pt x="18159" y="21478"/>
                  <a:pt x="17552" y="21541"/>
                </a:cubicBezTo>
                <a:cubicBezTo>
                  <a:pt x="16968" y="21600"/>
                  <a:pt x="16250" y="21600"/>
                  <a:pt x="15380" y="21600"/>
                </a:cubicBezTo>
                <a:lnTo>
                  <a:pt x="6220" y="21600"/>
                </a:lnTo>
                <a:cubicBezTo>
                  <a:pt x="5350" y="21600"/>
                  <a:pt x="4632" y="21600"/>
                  <a:pt x="4048" y="21541"/>
                </a:cubicBezTo>
                <a:cubicBezTo>
                  <a:pt x="3441" y="21478"/>
                  <a:pt x="2883" y="21345"/>
                  <a:pt x="2359" y="21011"/>
                </a:cubicBezTo>
                <a:cubicBezTo>
                  <a:pt x="1545" y="20494"/>
                  <a:pt x="885" y="19668"/>
                  <a:pt x="471" y="18652"/>
                </a:cubicBezTo>
                <a:cubicBezTo>
                  <a:pt x="204" y="17997"/>
                  <a:pt x="97" y="17299"/>
                  <a:pt x="48" y="16540"/>
                </a:cubicBezTo>
                <a:cubicBezTo>
                  <a:pt x="0" y="15810"/>
                  <a:pt x="0" y="14912"/>
                  <a:pt x="0" y="13825"/>
                </a:cubicBezTo>
                <a:lnTo>
                  <a:pt x="0" y="7775"/>
                </a:lnTo>
                <a:cubicBezTo>
                  <a:pt x="0" y="6688"/>
                  <a:pt x="0" y="5790"/>
                  <a:pt x="48" y="5060"/>
                </a:cubicBezTo>
                <a:cubicBezTo>
                  <a:pt x="97" y="4301"/>
                  <a:pt x="204" y="3603"/>
                  <a:pt x="471" y="2948"/>
                </a:cubicBezTo>
                <a:cubicBezTo>
                  <a:pt x="885" y="1932"/>
                  <a:pt x="1545" y="1106"/>
                  <a:pt x="2359" y="589"/>
                </a:cubicBezTo>
                <a:cubicBezTo>
                  <a:pt x="2883" y="255"/>
                  <a:pt x="3441" y="122"/>
                  <a:pt x="4048" y="59"/>
                </a:cubicBezTo>
                <a:cubicBezTo>
                  <a:pt x="4632" y="0"/>
                  <a:pt x="5350" y="0"/>
                  <a:pt x="6220" y="0"/>
                </a:cubicBezTo>
                <a:close/>
                <a:moveTo>
                  <a:pt x="2160" y="9450"/>
                </a:moveTo>
                <a:lnTo>
                  <a:pt x="2160" y="13770"/>
                </a:lnTo>
                <a:cubicBezTo>
                  <a:pt x="2160" y="14927"/>
                  <a:pt x="2161" y="15713"/>
                  <a:pt x="2201" y="16320"/>
                </a:cubicBezTo>
                <a:cubicBezTo>
                  <a:pt x="2239" y="16911"/>
                  <a:pt x="2309" y="17215"/>
                  <a:pt x="2395" y="17426"/>
                </a:cubicBezTo>
                <a:cubicBezTo>
                  <a:pt x="2603" y="17933"/>
                  <a:pt x="2933" y="18347"/>
                  <a:pt x="3339" y="18606"/>
                </a:cubicBezTo>
                <a:cubicBezTo>
                  <a:pt x="3508" y="18714"/>
                  <a:pt x="3751" y="18801"/>
                  <a:pt x="4224" y="18849"/>
                </a:cubicBezTo>
                <a:cubicBezTo>
                  <a:pt x="4710" y="18899"/>
                  <a:pt x="5338" y="18900"/>
                  <a:pt x="6264" y="18900"/>
                </a:cubicBezTo>
                <a:lnTo>
                  <a:pt x="15336" y="18900"/>
                </a:lnTo>
                <a:cubicBezTo>
                  <a:pt x="16262" y="18900"/>
                  <a:pt x="16890" y="18899"/>
                  <a:pt x="17376" y="18849"/>
                </a:cubicBezTo>
                <a:cubicBezTo>
                  <a:pt x="17849" y="18801"/>
                  <a:pt x="18092" y="18714"/>
                  <a:pt x="18261" y="18606"/>
                </a:cubicBezTo>
                <a:cubicBezTo>
                  <a:pt x="18667" y="18347"/>
                  <a:pt x="18997" y="17933"/>
                  <a:pt x="19205" y="17426"/>
                </a:cubicBezTo>
                <a:cubicBezTo>
                  <a:pt x="19291" y="17215"/>
                  <a:pt x="19361" y="16911"/>
                  <a:pt x="19399" y="16320"/>
                </a:cubicBezTo>
                <a:cubicBezTo>
                  <a:pt x="19439" y="15713"/>
                  <a:pt x="19440" y="14927"/>
                  <a:pt x="19440" y="13770"/>
                </a:cubicBezTo>
                <a:lnTo>
                  <a:pt x="19440" y="9450"/>
                </a:lnTo>
                <a:lnTo>
                  <a:pt x="2160" y="9450"/>
                </a:lnTo>
                <a:close/>
                <a:moveTo>
                  <a:pt x="19438" y="6750"/>
                </a:moveTo>
                <a:cubicBezTo>
                  <a:pt x="19435" y="6148"/>
                  <a:pt x="19425" y="5677"/>
                  <a:pt x="19399" y="5280"/>
                </a:cubicBezTo>
                <a:cubicBezTo>
                  <a:pt x="19361" y="4689"/>
                  <a:pt x="19291" y="4385"/>
                  <a:pt x="19205" y="4174"/>
                </a:cubicBezTo>
                <a:cubicBezTo>
                  <a:pt x="18997" y="3667"/>
                  <a:pt x="18667" y="3254"/>
                  <a:pt x="18261" y="2994"/>
                </a:cubicBezTo>
                <a:cubicBezTo>
                  <a:pt x="18092" y="2886"/>
                  <a:pt x="17849" y="2799"/>
                  <a:pt x="17376" y="2751"/>
                </a:cubicBezTo>
                <a:cubicBezTo>
                  <a:pt x="16890" y="2701"/>
                  <a:pt x="16262" y="2700"/>
                  <a:pt x="15336" y="2700"/>
                </a:cubicBezTo>
                <a:lnTo>
                  <a:pt x="6264" y="2700"/>
                </a:lnTo>
                <a:cubicBezTo>
                  <a:pt x="5338" y="2700"/>
                  <a:pt x="4710" y="2701"/>
                  <a:pt x="4224" y="2751"/>
                </a:cubicBezTo>
                <a:cubicBezTo>
                  <a:pt x="3751" y="2799"/>
                  <a:pt x="3508" y="2886"/>
                  <a:pt x="3339" y="2994"/>
                </a:cubicBezTo>
                <a:cubicBezTo>
                  <a:pt x="2933" y="3254"/>
                  <a:pt x="2603" y="3667"/>
                  <a:pt x="2395" y="4174"/>
                </a:cubicBezTo>
                <a:cubicBezTo>
                  <a:pt x="2309" y="4385"/>
                  <a:pt x="2239" y="4689"/>
                  <a:pt x="2201" y="5280"/>
                </a:cubicBezTo>
                <a:cubicBezTo>
                  <a:pt x="2175" y="5677"/>
                  <a:pt x="2165" y="6148"/>
                  <a:pt x="2162" y="6750"/>
                </a:cubicBezTo>
                <a:lnTo>
                  <a:pt x="19438" y="6750"/>
                </a:lnTo>
                <a:close/>
                <a:moveTo>
                  <a:pt x="12960" y="14850"/>
                </a:moveTo>
                <a:cubicBezTo>
                  <a:pt x="12960" y="14105"/>
                  <a:pt x="13444" y="13500"/>
                  <a:pt x="14040" y="13500"/>
                </a:cubicBezTo>
                <a:lnTo>
                  <a:pt x="16200" y="13500"/>
                </a:lnTo>
                <a:cubicBezTo>
                  <a:pt x="16796" y="13500"/>
                  <a:pt x="17280" y="14105"/>
                  <a:pt x="17280" y="14850"/>
                </a:cubicBezTo>
                <a:cubicBezTo>
                  <a:pt x="17280" y="15595"/>
                  <a:pt x="16796" y="16200"/>
                  <a:pt x="16200" y="16200"/>
                </a:cubicBezTo>
                <a:lnTo>
                  <a:pt x="14040" y="16200"/>
                </a:lnTo>
                <a:cubicBezTo>
                  <a:pt x="13444" y="16200"/>
                  <a:pt x="12960" y="15595"/>
                  <a:pt x="12960" y="1485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67725" tIns="67725" rIns="67725" bIns="67725" anchor="ctr" anchorCtr="0">
            <a:noAutofit/>
          </a:bodyPr>
          <a:lstStyle/>
          <a:p>
            <a:pPr algn="ctr">
              <a:buClr>
                <a:srgbClr val="FFFFFF"/>
              </a:buClr>
              <a:buSzPts val="4300"/>
            </a:pPr>
            <a:endParaRPr sz="4300" dirty="0">
              <a:solidFill>
                <a:srgbClr val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Codex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1489</TotalTime>
  <Words>1809</Words>
  <Application>Microsoft Macintosh PowerPoint</Application>
  <PresentationFormat>Widescreen</PresentationFormat>
  <Paragraphs>330</Paragraphs>
  <Slides>23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Aptos</vt:lpstr>
      <vt:lpstr>Arial</vt:lpstr>
      <vt:lpstr>Helvetica Neue</vt:lpstr>
      <vt:lpstr>Helvetica Neue Medium</vt:lpstr>
      <vt:lpstr>OpenAI Sans</vt:lpstr>
      <vt:lpstr>Default Codex Theme</vt:lpstr>
      <vt:lpstr>Presentation  headline goes here</vt:lpstr>
      <vt:lpstr>Today’s Agenda</vt:lpstr>
      <vt:lpstr>Lorem ipsum dolor sit amet, consectetur adipiscing elit. Pellentesque ultricies quam  ut massa luctus cursus. </vt:lpstr>
      <vt:lpstr>One column layout</vt:lpstr>
      <vt:lpstr>Nullam pharetra mauris tortor luctus cursus</vt:lpstr>
      <vt:lpstr>Nullam pharetra mauris  dolor tortor luctus cursus</vt:lpstr>
      <vt:lpstr>One column layout</vt:lpstr>
      <vt:lpstr>Two column layout</vt:lpstr>
      <vt:lpstr>Slide title headline placeholder</vt:lpstr>
      <vt:lpstr>Slide title headline placeholder</vt:lpstr>
      <vt:lpstr>Three points</vt:lpstr>
      <vt:lpstr>Two column layout</vt:lpstr>
      <vt:lpstr>Three column layout</vt:lpstr>
      <vt:lpstr>Timeline</vt:lpstr>
      <vt:lpstr>Four column layout</vt:lpstr>
      <vt:lpstr>Four column layout</vt:lpstr>
      <vt:lpstr>Four column layout</vt:lpstr>
      <vt:lpstr>Three column layout</vt:lpstr>
      <vt:lpstr>Three column layout</vt:lpstr>
      <vt:lpstr>Three column layout</vt:lpstr>
      <vt:lpstr>Three column layout</vt:lpstr>
      <vt:lpstr>Facts</vt:lpstr>
      <vt:lpstr>Horizontal three column icon layout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Nina Romans</dc:creator>
  <cp:lastModifiedBy>Tejal Patwardhan</cp:lastModifiedBy>
  <cp:revision>37</cp:revision>
  <dcterms:created xsi:type="dcterms:W3CDTF">2026-06-15T12:46:14Z</dcterms:created>
  <dcterms:modified xsi:type="dcterms:W3CDTF">2026-06-18T01:35:54Z</dcterms:modified>
</cp:coreProperties>
</file>